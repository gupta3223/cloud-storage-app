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rchivo Black" charset="1" panose="020B0A03020202020B04"/>
      <p:regular r:id="rId16"/>
    </p:embeddedFont>
    <p:embeddedFont>
      <p:font typeface="Red Hat Display" charset="1" panose="02010503040201060303"/>
      <p:regular r:id="rId17"/>
    </p:embeddedFont>
    <p:embeddedFont>
      <p:font typeface="Lato" charset="1" panose="020F0502020204030203"/>
      <p:regular r:id="rId18"/>
    </p:embeddedFont>
    <p:embeddedFont>
      <p:font typeface="Red Hat Display Bold" charset="1" panose="020108030402010603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993077" y="2625595"/>
            <a:ext cx="11695306" cy="3200970"/>
          </a:xfrm>
          <a:prstGeom prst="rect">
            <a:avLst/>
          </a:prstGeom>
        </p:spPr>
        <p:txBody>
          <a:bodyPr anchor="t" rtlCol="false" tIns="0" lIns="0" bIns="0" rIns="0">
            <a:spAutoFit/>
          </a:bodyPr>
          <a:lstStyle/>
          <a:p>
            <a:pPr algn="l">
              <a:lnSpc>
                <a:spcPts val="12218"/>
              </a:lnSpc>
            </a:pPr>
            <a:r>
              <a:rPr lang="en-US" sz="12998">
                <a:solidFill>
                  <a:srgbClr val="FFFFFF"/>
                </a:solidFill>
                <a:latin typeface="Archivo Black"/>
                <a:ea typeface="Archivo Black"/>
                <a:cs typeface="Archivo Black"/>
                <a:sym typeface="Archivo Black"/>
              </a:rPr>
              <a:t>Project Presentation</a:t>
            </a:r>
          </a:p>
        </p:txBody>
      </p:sp>
      <p:sp>
        <p:nvSpPr>
          <p:cNvPr name="TextBox 4" id="4"/>
          <p:cNvSpPr txBox="true"/>
          <p:nvPr/>
        </p:nvSpPr>
        <p:spPr>
          <a:xfrm rot="0">
            <a:off x="1076325" y="6244558"/>
            <a:ext cx="6679929" cy="746164"/>
          </a:xfrm>
          <a:prstGeom prst="rect">
            <a:avLst/>
          </a:prstGeom>
        </p:spPr>
        <p:txBody>
          <a:bodyPr anchor="t" rtlCol="false" tIns="0" lIns="0" bIns="0" rIns="0">
            <a:spAutoFit/>
          </a:bodyPr>
          <a:lstStyle/>
          <a:p>
            <a:pPr algn="l">
              <a:lnSpc>
                <a:spcPts val="6122"/>
              </a:lnSpc>
              <a:spcBef>
                <a:spcPct val="0"/>
              </a:spcBef>
            </a:pPr>
            <a:r>
              <a:rPr lang="en-US" sz="4373">
                <a:solidFill>
                  <a:srgbClr val="F4F4ED"/>
                </a:solidFill>
                <a:latin typeface="Red Hat Display"/>
                <a:ea typeface="Red Hat Display"/>
                <a:cs typeface="Red Hat Display"/>
                <a:sym typeface="Red Hat Display"/>
              </a:rPr>
              <a:t>Presented by Sandra Haro</a:t>
            </a:r>
          </a:p>
        </p:txBody>
      </p:sp>
      <p:sp>
        <p:nvSpPr>
          <p:cNvPr name="Freeform 5" id="5"/>
          <p:cNvSpPr/>
          <p:nvPr/>
        </p:nvSpPr>
        <p:spPr>
          <a:xfrm flipH="false" flipV="false" rot="0">
            <a:off x="12580330" y="8842983"/>
            <a:ext cx="415317" cy="415317"/>
          </a:xfrm>
          <a:custGeom>
            <a:avLst/>
            <a:gdLst/>
            <a:ahLst/>
            <a:cxnLst/>
            <a:rect r="r" b="b" t="t" l="l"/>
            <a:pathLst>
              <a:path h="415317" w="415317">
                <a:moveTo>
                  <a:pt x="0" y="0"/>
                </a:moveTo>
                <a:lnTo>
                  <a:pt x="415317" y="0"/>
                </a:lnTo>
                <a:lnTo>
                  <a:pt x="415317" y="415317"/>
                </a:lnTo>
                <a:lnTo>
                  <a:pt x="0" y="4153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7079948" y="8842983"/>
            <a:ext cx="415317" cy="415317"/>
          </a:xfrm>
          <a:custGeom>
            <a:avLst/>
            <a:gdLst/>
            <a:ahLst/>
            <a:cxnLst/>
            <a:rect r="r" b="b" t="t" l="l"/>
            <a:pathLst>
              <a:path h="415317" w="415317">
                <a:moveTo>
                  <a:pt x="0" y="0"/>
                </a:moveTo>
                <a:lnTo>
                  <a:pt x="415317" y="0"/>
                </a:lnTo>
                <a:lnTo>
                  <a:pt x="415317" y="415317"/>
                </a:lnTo>
                <a:lnTo>
                  <a:pt x="0" y="4153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028700" y="8842983"/>
            <a:ext cx="415317" cy="415317"/>
          </a:xfrm>
          <a:custGeom>
            <a:avLst/>
            <a:gdLst/>
            <a:ahLst/>
            <a:cxnLst/>
            <a:rect r="r" b="b" t="t" l="l"/>
            <a:pathLst>
              <a:path h="415317" w="415317">
                <a:moveTo>
                  <a:pt x="0" y="0"/>
                </a:moveTo>
                <a:lnTo>
                  <a:pt x="415317" y="0"/>
                </a:lnTo>
                <a:lnTo>
                  <a:pt x="415317" y="415317"/>
                </a:lnTo>
                <a:lnTo>
                  <a:pt x="0" y="41531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1610861" y="8827980"/>
            <a:ext cx="3743213" cy="388173"/>
          </a:xfrm>
          <a:prstGeom prst="rect">
            <a:avLst/>
          </a:prstGeom>
        </p:spPr>
        <p:txBody>
          <a:bodyPr anchor="t" rtlCol="false" tIns="0" lIns="0" bIns="0" rIns="0">
            <a:spAutoFit/>
          </a:bodyPr>
          <a:lstStyle/>
          <a:p>
            <a:pPr algn="l">
              <a:lnSpc>
                <a:spcPts val="3120"/>
              </a:lnSpc>
              <a:spcBef>
                <a:spcPct val="0"/>
              </a:spcBef>
            </a:pPr>
            <a:r>
              <a:rPr lang="en-US" sz="2228">
                <a:solidFill>
                  <a:srgbClr val="E5E1DA"/>
                </a:solidFill>
                <a:latin typeface="Lato"/>
                <a:ea typeface="Lato"/>
                <a:cs typeface="Lato"/>
                <a:sym typeface="Lato"/>
              </a:rPr>
              <a:t>www.reallygreatsite.com </a:t>
            </a:r>
          </a:p>
        </p:txBody>
      </p:sp>
      <p:sp>
        <p:nvSpPr>
          <p:cNvPr name="TextBox 9" id="9"/>
          <p:cNvSpPr txBox="true"/>
          <p:nvPr/>
        </p:nvSpPr>
        <p:spPr>
          <a:xfrm rot="0">
            <a:off x="7661392" y="8827980"/>
            <a:ext cx="3586845" cy="388173"/>
          </a:xfrm>
          <a:prstGeom prst="rect">
            <a:avLst/>
          </a:prstGeom>
        </p:spPr>
        <p:txBody>
          <a:bodyPr anchor="t" rtlCol="false" tIns="0" lIns="0" bIns="0" rIns="0">
            <a:spAutoFit/>
          </a:bodyPr>
          <a:lstStyle/>
          <a:p>
            <a:pPr algn="l">
              <a:lnSpc>
                <a:spcPts val="3120"/>
              </a:lnSpc>
              <a:spcBef>
                <a:spcPct val="0"/>
              </a:spcBef>
            </a:pPr>
            <a:r>
              <a:rPr lang="en-US" sz="2228">
                <a:solidFill>
                  <a:srgbClr val="E5E1DA"/>
                </a:solidFill>
                <a:latin typeface="Lato"/>
                <a:ea typeface="Lato"/>
                <a:cs typeface="Lato"/>
                <a:sym typeface="Lato"/>
              </a:rPr>
              <a:t>hello@reallygreatsite.com</a:t>
            </a:r>
          </a:p>
        </p:txBody>
      </p:sp>
      <p:sp>
        <p:nvSpPr>
          <p:cNvPr name="TextBox 10" id="10"/>
          <p:cNvSpPr txBox="true"/>
          <p:nvPr/>
        </p:nvSpPr>
        <p:spPr>
          <a:xfrm rot="0">
            <a:off x="13162492" y="8827980"/>
            <a:ext cx="4179173" cy="388173"/>
          </a:xfrm>
          <a:prstGeom prst="rect">
            <a:avLst/>
          </a:prstGeom>
        </p:spPr>
        <p:txBody>
          <a:bodyPr anchor="t" rtlCol="false" tIns="0" lIns="0" bIns="0" rIns="0">
            <a:spAutoFit/>
          </a:bodyPr>
          <a:lstStyle/>
          <a:p>
            <a:pPr algn="l">
              <a:lnSpc>
                <a:spcPts val="3120"/>
              </a:lnSpc>
              <a:spcBef>
                <a:spcPct val="0"/>
              </a:spcBef>
            </a:pPr>
            <a:r>
              <a:rPr lang="en-US" sz="2228">
                <a:solidFill>
                  <a:srgbClr val="E5E1DA"/>
                </a:solidFill>
                <a:latin typeface="Lato"/>
                <a:ea typeface="Lato"/>
                <a:cs typeface="Lato"/>
                <a:sym typeface="Lato"/>
              </a:rPr>
              <a:t>123 Anywhere Street., Any City</a:t>
            </a:r>
          </a:p>
        </p:txBody>
      </p:sp>
      <p:sp>
        <p:nvSpPr>
          <p:cNvPr name="Freeform 11" id="11"/>
          <p:cNvSpPr/>
          <p:nvPr/>
        </p:nvSpPr>
        <p:spPr>
          <a:xfrm flipH="false" flipV="true" rot="-1542318">
            <a:off x="13654428" y="800321"/>
            <a:ext cx="7674102" cy="8229600"/>
          </a:xfrm>
          <a:custGeom>
            <a:avLst/>
            <a:gdLst/>
            <a:ahLst/>
            <a:cxnLst/>
            <a:rect r="r" b="b" t="t" l="l"/>
            <a:pathLst>
              <a:path h="8229600" w="7674102">
                <a:moveTo>
                  <a:pt x="0" y="8229600"/>
                </a:moveTo>
                <a:lnTo>
                  <a:pt x="7674102" y="8229600"/>
                </a:lnTo>
                <a:lnTo>
                  <a:pt x="7674102" y="0"/>
                </a:lnTo>
                <a:lnTo>
                  <a:pt x="0" y="0"/>
                </a:lnTo>
                <a:lnTo>
                  <a:pt x="0" y="8229600"/>
                </a:lnTo>
                <a:close/>
              </a:path>
            </a:pathLst>
          </a:custGeom>
          <a:blipFill>
            <a:blip r:embed="rId9"/>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6626729">
            <a:off x="-4255355" y="462151"/>
            <a:ext cx="12221289" cy="8822969"/>
          </a:xfrm>
          <a:custGeom>
            <a:avLst/>
            <a:gdLst/>
            <a:ahLst/>
            <a:cxnLst/>
            <a:rect r="r" b="b" t="t" l="l"/>
            <a:pathLst>
              <a:path h="8822969" w="12221289">
                <a:moveTo>
                  <a:pt x="12221289" y="0"/>
                </a:moveTo>
                <a:lnTo>
                  <a:pt x="0" y="0"/>
                </a:lnTo>
                <a:lnTo>
                  <a:pt x="0" y="8822968"/>
                </a:lnTo>
                <a:lnTo>
                  <a:pt x="12221289" y="8822968"/>
                </a:lnTo>
                <a:lnTo>
                  <a:pt x="12221289" y="0"/>
                </a:lnTo>
                <a:close/>
              </a:path>
            </a:pathLst>
          </a:custGeom>
          <a:blipFill>
            <a:blip r:embed="rId3"/>
            <a:stretch>
              <a:fillRect l="0" t="0" r="0" b="0"/>
            </a:stretch>
          </a:blipFill>
        </p:spPr>
      </p:sp>
      <p:sp>
        <p:nvSpPr>
          <p:cNvPr name="Freeform 4" id="4"/>
          <p:cNvSpPr/>
          <p:nvPr/>
        </p:nvSpPr>
        <p:spPr>
          <a:xfrm flipH="false" flipV="false" rot="0">
            <a:off x="16362880" y="8130249"/>
            <a:ext cx="896420" cy="896420"/>
          </a:xfrm>
          <a:custGeom>
            <a:avLst/>
            <a:gdLst/>
            <a:ahLst/>
            <a:cxnLst/>
            <a:rect r="r" b="b" t="t" l="l"/>
            <a:pathLst>
              <a:path h="896420" w="896420">
                <a:moveTo>
                  <a:pt x="0" y="0"/>
                </a:moveTo>
                <a:lnTo>
                  <a:pt x="896420" y="0"/>
                </a:lnTo>
                <a:lnTo>
                  <a:pt x="896420" y="896420"/>
                </a:lnTo>
                <a:lnTo>
                  <a:pt x="0" y="8964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028700" y="1413758"/>
            <a:ext cx="10284037" cy="7731016"/>
            <a:chOff x="0" y="0"/>
            <a:chExt cx="13712050" cy="10308021"/>
          </a:xfrm>
        </p:grpSpPr>
        <p:grpSp>
          <p:nvGrpSpPr>
            <p:cNvPr name="Group 6" id="6"/>
            <p:cNvGrpSpPr/>
            <p:nvPr/>
          </p:nvGrpSpPr>
          <p:grpSpPr>
            <a:xfrm rot="0">
              <a:off x="0" y="0"/>
              <a:ext cx="13712050" cy="10308021"/>
              <a:chOff x="0" y="0"/>
              <a:chExt cx="2708553" cy="2036152"/>
            </a:xfrm>
          </p:grpSpPr>
          <p:sp>
            <p:nvSpPr>
              <p:cNvPr name="Freeform 7" id="7"/>
              <p:cNvSpPr/>
              <p:nvPr/>
            </p:nvSpPr>
            <p:spPr>
              <a:xfrm flipH="false" flipV="false" rot="0">
                <a:off x="0" y="0"/>
                <a:ext cx="2708553" cy="2036152"/>
              </a:xfrm>
              <a:custGeom>
                <a:avLst/>
                <a:gdLst/>
                <a:ahLst/>
                <a:cxnLst/>
                <a:rect r="r" b="b" t="t" l="l"/>
                <a:pathLst>
                  <a:path h="2036152" w="2708553">
                    <a:moveTo>
                      <a:pt x="15056" y="0"/>
                    </a:moveTo>
                    <a:lnTo>
                      <a:pt x="2693497" y="0"/>
                    </a:lnTo>
                    <a:cubicBezTo>
                      <a:pt x="2701812" y="0"/>
                      <a:pt x="2708553" y="6741"/>
                      <a:pt x="2708553" y="15056"/>
                    </a:cubicBezTo>
                    <a:lnTo>
                      <a:pt x="2708553" y="2021096"/>
                    </a:lnTo>
                    <a:cubicBezTo>
                      <a:pt x="2708553" y="2025089"/>
                      <a:pt x="2706967" y="2028919"/>
                      <a:pt x="2704143" y="2031743"/>
                    </a:cubicBezTo>
                    <a:cubicBezTo>
                      <a:pt x="2701320" y="2034566"/>
                      <a:pt x="2697490" y="2036152"/>
                      <a:pt x="2693497" y="2036152"/>
                    </a:cubicBezTo>
                    <a:lnTo>
                      <a:pt x="15056" y="2036152"/>
                    </a:lnTo>
                    <a:cubicBezTo>
                      <a:pt x="11063" y="2036152"/>
                      <a:pt x="7233" y="2034566"/>
                      <a:pt x="4410" y="2031743"/>
                    </a:cubicBezTo>
                    <a:cubicBezTo>
                      <a:pt x="1586" y="2028919"/>
                      <a:pt x="0" y="2025089"/>
                      <a:pt x="0" y="2021096"/>
                    </a:cubicBezTo>
                    <a:lnTo>
                      <a:pt x="0" y="15056"/>
                    </a:lnTo>
                    <a:cubicBezTo>
                      <a:pt x="0" y="11063"/>
                      <a:pt x="1586" y="7233"/>
                      <a:pt x="4410" y="4410"/>
                    </a:cubicBezTo>
                    <a:cubicBezTo>
                      <a:pt x="7233" y="1586"/>
                      <a:pt x="11063" y="0"/>
                      <a:pt x="15056" y="0"/>
                    </a:cubicBezTo>
                    <a:close/>
                  </a:path>
                </a:pathLst>
              </a:custGeom>
              <a:solidFill>
                <a:srgbClr val="04001E"/>
              </a:solidFill>
              <a:ln w="38100" cap="sq">
                <a:solidFill>
                  <a:srgbClr val="E5E1DA"/>
                </a:solidFill>
                <a:prstDash val="solid"/>
                <a:miter/>
              </a:ln>
            </p:spPr>
          </p:sp>
          <p:sp>
            <p:nvSpPr>
              <p:cNvPr name="TextBox 8" id="8"/>
              <p:cNvSpPr txBox="true"/>
              <p:nvPr/>
            </p:nvSpPr>
            <p:spPr>
              <a:xfrm>
                <a:off x="0" y="-38100"/>
                <a:ext cx="2708553" cy="2074252"/>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975120" y="1115685"/>
              <a:ext cx="11368840" cy="3106420"/>
            </a:xfrm>
            <a:prstGeom prst="rect">
              <a:avLst/>
            </a:prstGeom>
          </p:spPr>
          <p:txBody>
            <a:bodyPr anchor="t" rtlCol="false" tIns="0" lIns="0" bIns="0" rIns="0">
              <a:spAutoFit/>
            </a:bodyPr>
            <a:lstStyle/>
            <a:p>
              <a:pPr algn="l">
                <a:lnSpc>
                  <a:spcPts val="8730"/>
                </a:lnSpc>
              </a:pPr>
              <a:r>
                <a:rPr lang="en-US" sz="9000">
                  <a:solidFill>
                    <a:srgbClr val="F4F4ED"/>
                  </a:solidFill>
                  <a:latin typeface="Archivo Black"/>
                  <a:ea typeface="Archivo Black"/>
                  <a:cs typeface="Archivo Black"/>
                  <a:sym typeface="Archivo Black"/>
                </a:rPr>
                <a:t>Origin of the creative idea</a:t>
              </a:r>
            </a:p>
          </p:txBody>
        </p:sp>
        <p:sp>
          <p:nvSpPr>
            <p:cNvPr name="TextBox 10" id="10"/>
            <p:cNvSpPr txBox="true"/>
            <p:nvPr/>
          </p:nvSpPr>
          <p:spPr>
            <a:xfrm rot="0">
              <a:off x="1102120" y="4709015"/>
              <a:ext cx="10276762" cy="4674235"/>
            </a:xfrm>
            <a:prstGeom prst="rect">
              <a:avLst/>
            </a:prstGeom>
          </p:spPr>
          <p:txBody>
            <a:bodyPr anchor="t" rtlCol="false" tIns="0" lIns="0" bIns="0" rIns="0">
              <a:spAutoFit/>
            </a:bodyPr>
            <a:lstStyle/>
            <a:p>
              <a:pPr algn="l" marL="0" indent="0" lvl="0">
                <a:lnSpc>
                  <a:spcPts val="2834"/>
                </a:lnSpc>
                <a:spcBef>
                  <a:spcPct val="0"/>
                </a:spcBef>
              </a:pPr>
              <a:r>
                <a:rPr lang="en-US" sz="2099" spc="125" u="none">
                  <a:solidFill>
                    <a:srgbClr val="F4F4ED"/>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834"/>
                </a:lnSpc>
                <a:spcBef>
                  <a:spcPct val="0"/>
                </a:spcBef>
              </a:pPr>
            </a:p>
            <a:p>
              <a:pPr algn="l" marL="0" indent="0" lvl="0">
                <a:lnSpc>
                  <a:spcPts val="2834"/>
                </a:lnSpc>
                <a:spcBef>
                  <a:spcPct val="0"/>
                </a:spcBef>
              </a:pPr>
              <a:r>
                <a:rPr lang="en-US" sz="2099" spc="125" u="none">
                  <a:solidFill>
                    <a:srgbClr val="F4F4ED"/>
                  </a:solidFill>
                  <a:latin typeface="Red Hat Display"/>
                  <a:ea typeface="Red Hat Display"/>
                  <a:cs typeface="Red Hat Display"/>
                  <a:sym typeface="Red Hat Display"/>
                </a:rPr>
                <a:t>Duis aute irure dolor in reprehenderit in voluptate velit esse cillum dolore eu fugiat nulla pariatur. Excepteur sint occaecat cupidatat non proident, sunt in culpa qui officia deserunt mollit anim id est laborum.</a:t>
              </a:r>
            </a:p>
          </p:txBody>
        </p:sp>
      </p:grpSp>
      <p:grpSp>
        <p:nvGrpSpPr>
          <p:cNvPr name="Group 11" id="11"/>
          <p:cNvGrpSpPr/>
          <p:nvPr/>
        </p:nvGrpSpPr>
        <p:grpSpPr>
          <a:xfrm rot="0">
            <a:off x="11725935" y="-2607264"/>
            <a:ext cx="4395385" cy="15773061"/>
            <a:chOff x="0" y="0"/>
            <a:chExt cx="5860514" cy="21030749"/>
          </a:xfrm>
        </p:grpSpPr>
        <p:sp>
          <p:nvSpPr>
            <p:cNvPr name="AutoShape 12" id="12"/>
            <p:cNvSpPr/>
            <p:nvPr/>
          </p:nvSpPr>
          <p:spPr>
            <a:xfrm flipV="true">
              <a:off x="263156" y="0"/>
              <a:ext cx="0" cy="21030749"/>
            </a:xfrm>
            <a:prstGeom prst="line">
              <a:avLst/>
            </a:prstGeom>
            <a:ln cap="flat" w="25400">
              <a:solidFill>
                <a:srgbClr val="F4F4ED"/>
              </a:solidFill>
              <a:prstDash val="solid"/>
              <a:headEnd type="none" len="sm" w="sm"/>
              <a:tailEnd type="none" len="sm" w="sm"/>
            </a:ln>
          </p:spPr>
        </p:sp>
        <p:grpSp>
          <p:nvGrpSpPr>
            <p:cNvPr name="Group 13" id="13"/>
            <p:cNvGrpSpPr/>
            <p:nvPr/>
          </p:nvGrpSpPr>
          <p:grpSpPr>
            <a:xfrm rot="-5400000">
              <a:off x="0" y="13112559"/>
              <a:ext cx="526312" cy="52631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name="TextBox 15" id="15"/>
              <p:cNvSpPr txBox="true"/>
              <p:nvPr/>
            </p:nvSpPr>
            <p:spPr>
              <a:xfrm>
                <a:off x="190500" y="228600"/>
                <a:ext cx="431800" cy="393700"/>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16" id="16"/>
            <p:cNvGrpSpPr/>
            <p:nvPr/>
          </p:nvGrpSpPr>
          <p:grpSpPr>
            <a:xfrm rot="-5400000">
              <a:off x="0" y="9398595"/>
              <a:ext cx="526312" cy="52631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name="TextBox 18" id="18"/>
              <p:cNvSpPr txBox="true"/>
              <p:nvPr/>
            </p:nvSpPr>
            <p:spPr>
              <a:xfrm>
                <a:off x="190500" y="228600"/>
                <a:ext cx="431800" cy="393700"/>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19" id="19"/>
            <p:cNvGrpSpPr/>
            <p:nvPr/>
          </p:nvGrpSpPr>
          <p:grpSpPr>
            <a:xfrm rot="-5400000">
              <a:off x="0" y="5531489"/>
              <a:ext cx="526312" cy="526312"/>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name="TextBox 21" id="21"/>
              <p:cNvSpPr txBox="true"/>
              <p:nvPr/>
            </p:nvSpPr>
            <p:spPr>
              <a:xfrm>
                <a:off x="190500" y="228600"/>
                <a:ext cx="431800" cy="393700"/>
              </a:xfrm>
              <a:prstGeom prst="rect">
                <a:avLst/>
              </a:prstGeom>
            </p:spPr>
            <p:txBody>
              <a:bodyPr anchor="ctr" rtlCol="false" tIns="50800" lIns="50800" bIns="50800" rIns="50800"/>
              <a:lstStyle/>
              <a:p>
                <a:pPr algn="ctr" marL="0" indent="0" lvl="0">
                  <a:lnSpc>
                    <a:spcPts val="2266"/>
                  </a:lnSpc>
                  <a:spcBef>
                    <a:spcPct val="0"/>
                  </a:spcBef>
                </a:pPr>
              </a:p>
            </p:txBody>
          </p:sp>
        </p:grpSp>
        <p:sp>
          <p:nvSpPr>
            <p:cNvPr name="TextBox 22" id="22"/>
            <p:cNvSpPr txBox="true"/>
            <p:nvPr/>
          </p:nvSpPr>
          <p:spPr>
            <a:xfrm rot="0">
              <a:off x="832689" y="5368330"/>
              <a:ext cx="2929765" cy="931334"/>
            </a:xfrm>
            <a:prstGeom prst="rect">
              <a:avLst/>
            </a:prstGeom>
          </p:spPr>
          <p:txBody>
            <a:bodyPr anchor="t" rtlCol="false" tIns="0" lIns="0" bIns="0" rIns="0">
              <a:spAutoFit/>
            </a:bodyPr>
            <a:lstStyle/>
            <a:p>
              <a:pPr algn="l">
                <a:lnSpc>
                  <a:spcPts val="5150"/>
                </a:lnSpc>
              </a:pPr>
              <a:r>
                <a:rPr lang="en-US" sz="5000" b="true">
                  <a:solidFill>
                    <a:srgbClr val="FFFFFF"/>
                  </a:solidFill>
                  <a:latin typeface="Red Hat Display Bold"/>
                  <a:ea typeface="Red Hat Display Bold"/>
                  <a:cs typeface="Red Hat Display Bold"/>
                  <a:sym typeface="Red Hat Display Bold"/>
                </a:rPr>
                <a:t>01</a:t>
              </a:r>
            </a:p>
          </p:txBody>
        </p:sp>
        <p:sp>
          <p:nvSpPr>
            <p:cNvPr name="TextBox 23" id="23"/>
            <p:cNvSpPr txBox="true"/>
            <p:nvPr/>
          </p:nvSpPr>
          <p:spPr>
            <a:xfrm rot="0">
              <a:off x="832689" y="9234184"/>
              <a:ext cx="2929765" cy="931334"/>
            </a:xfrm>
            <a:prstGeom prst="rect">
              <a:avLst/>
            </a:prstGeom>
          </p:spPr>
          <p:txBody>
            <a:bodyPr anchor="t" rtlCol="false" tIns="0" lIns="0" bIns="0" rIns="0">
              <a:spAutoFit/>
            </a:bodyPr>
            <a:lstStyle/>
            <a:p>
              <a:pPr algn="l">
                <a:lnSpc>
                  <a:spcPts val="5150"/>
                </a:lnSpc>
              </a:pPr>
              <a:r>
                <a:rPr lang="en-US" sz="5000" b="true">
                  <a:solidFill>
                    <a:srgbClr val="FFFFFF"/>
                  </a:solidFill>
                  <a:latin typeface="Red Hat Display Bold"/>
                  <a:ea typeface="Red Hat Display Bold"/>
                  <a:cs typeface="Red Hat Display Bold"/>
                  <a:sym typeface="Red Hat Display Bold"/>
                </a:rPr>
                <a:t>02</a:t>
              </a:r>
            </a:p>
          </p:txBody>
        </p:sp>
        <p:sp>
          <p:nvSpPr>
            <p:cNvPr name="TextBox 24" id="24"/>
            <p:cNvSpPr txBox="true"/>
            <p:nvPr/>
          </p:nvSpPr>
          <p:spPr>
            <a:xfrm rot="0">
              <a:off x="832689" y="6531439"/>
              <a:ext cx="4702057" cy="1530985"/>
            </a:xfrm>
            <a:prstGeom prst="rect">
              <a:avLst/>
            </a:prstGeom>
          </p:spPr>
          <p:txBody>
            <a:bodyPr anchor="t" rtlCol="false" tIns="0" lIns="0" bIns="0" rIns="0">
              <a:spAutoFit/>
            </a:bodyPr>
            <a:lstStyle/>
            <a:p>
              <a:pPr algn="l">
                <a:lnSpc>
                  <a:spcPts val="2340"/>
                </a:lnSpc>
              </a:pPr>
              <a:r>
                <a:rPr lang="en-US" sz="1500">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a:t>
              </a:r>
            </a:p>
          </p:txBody>
        </p:sp>
        <p:sp>
          <p:nvSpPr>
            <p:cNvPr name="TextBox 25" id="25"/>
            <p:cNvSpPr txBox="true"/>
            <p:nvPr/>
          </p:nvSpPr>
          <p:spPr>
            <a:xfrm rot="0">
              <a:off x="832689" y="10397293"/>
              <a:ext cx="5027825" cy="1530985"/>
            </a:xfrm>
            <a:prstGeom prst="rect">
              <a:avLst/>
            </a:prstGeom>
          </p:spPr>
          <p:txBody>
            <a:bodyPr anchor="t" rtlCol="false" tIns="0" lIns="0" bIns="0" rIns="0">
              <a:spAutoFit/>
            </a:bodyPr>
            <a:lstStyle/>
            <a:p>
              <a:pPr algn="l">
                <a:lnSpc>
                  <a:spcPts val="2340"/>
                </a:lnSpc>
              </a:pPr>
              <a:r>
                <a:rPr lang="en-US" sz="1500">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a:t>
              </a:r>
            </a:p>
          </p:txBody>
        </p:sp>
        <p:sp>
          <p:nvSpPr>
            <p:cNvPr name="TextBox 26" id="26"/>
            <p:cNvSpPr txBox="true"/>
            <p:nvPr/>
          </p:nvSpPr>
          <p:spPr>
            <a:xfrm rot="0">
              <a:off x="832689" y="12942161"/>
              <a:ext cx="2929765" cy="931334"/>
            </a:xfrm>
            <a:prstGeom prst="rect">
              <a:avLst/>
            </a:prstGeom>
          </p:spPr>
          <p:txBody>
            <a:bodyPr anchor="t" rtlCol="false" tIns="0" lIns="0" bIns="0" rIns="0">
              <a:spAutoFit/>
            </a:bodyPr>
            <a:lstStyle/>
            <a:p>
              <a:pPr algn="l">
                <a:lnSpc>
                  <a:spcPts val="5150"/>
                </a:lnSpc>
              </a:pPr>
              <a:r>
                <a:rPr lang="en-US" sz="5000" b="true">
                  <a:solidFill>
                    <a:srgbClr val="FFFFFF"/>
                  </a:solidFill>
                  <a:latin typeface="Red Hat Display Bold"/>
                  <a:ea typeface="Red Hat Display Bold"/>
                  <a:cs typeface="Red Hat Display Bold"/>
                  <a:sym typeface="Red Hat Display Bold"/>
                </a:rPr>
                <a:t>03</a:t>
              </a:r>
            </a:p>
          </p:txBody>
        </p:sp>
        <p:sp>
          <p:nvSpPr>
            <p:cNvPr name="TextBox 27" id="27"/>
            <p:cNvSpPr txBox="true"/>
            <p:nvPr/>
          </p:nvSpPr>
          <p:spPr>
            <a:xfrm rot="0">
              <a:off x="832689" y="14105270"/>
              <a:ext cx="4793465" cy="1530985"/>
            </a:xfrm>
            <a:prstGeom prst="rect">
              <a:avLst/>
            </a:prstGeom>
          </p:spPr>
          <p:txBody>
            <a:bodyPr anchor="t" rtlCol="false" tIns="0" lIns="0" bIns="0" rIns="0">
              <a:spAutoFit/>
            </a:bodyPr>
            <a:lstStyle/>
            <a:p>
              <a:pPr algn="l">
                <a:lnSpc>
                  <a:spcPts val="2340"/>
                </a:lnSpc>
              </a:pPr>
              <a:r>
                <a:rPr lang="en-US" sz="1500">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6626729">
            <a:off x="8471356" y="-3840201"/>
            <a:ext cx="12221289" cy="8822969"/>
          </a:xfrm>
          <a:custGeom>
            <a:avLst/>
            <a:gdLst/>
            <a:ahLst/>
            <a:cxnLst/>
            <a:rect r="r" b="b" t="t" l="l"/>
            <a:pathLst>
              <a:path h="8822969" w="12221289">
                <a:moveTo>
                  <a:pt x="12221289" y="0"/>
                </a:moveTo>
                <a:lnTo>
                  <a:pt x="0" y="0"/>
                </a:lnTo>
                <a:lnTo>
                  <a:pt x="0" y="8822968"/>
                </a:lnTo>
                <a:lnTo>
                  <a:pt x="12221289" y="8822968"/>
                </a:lnTo>
                <a:lnTo>
                  <a:pt x="12221289" y="0"/>
                </a:lnTo>
                <a:close/>
              </a:path>
            </a:pathLst>
          </a:custGeom>
          <a:blipFill>
            <a:blip r:embed="rId3"/>
            <a:stretch>
              <a:fillRect l="0" t="0" r="0" b="0"/>
            </a:stretch>
          </a:blipFill>
        </p:spPr>
      </p:sp>
      <p:grpSp>
        <p:nvGrpSpPr>
          <p:cNvPr name="Group 4" id="4"/>
          <p:cNvGrpSpPr/>
          <p:nvPr/>
        </p:nvGrpSpPr>
        <p:grpSpPr>
          <a:xfrm rot="0">
            <a:off x="1028700" y="1095257"/>
            <a:ext cx="8115300" cy="8049517"/>
            <a:chOff x="0" y="0"/>
            <a:chExt cx="10820400" cy="10732690"/>
          </a:xfrm>
        </p:grpSpPr>
        <p:grpSp>
          <p:nvGrpSpPr>
            <p:cNvPr name="Group 5" id="5"/>
            <p:cNvGrpSpPr/>
            <p:nvPr/>
          </p:nvGrpSpPr>
          <p:grpSpPr>
            <a:xfrm rot="0">
              <a:off x="0" y="0"/>
              <a:ext cx="10820400" cy="10732690"/>
              <a:chOff x="0" y="0"/>
              <a:chExt cx="2137363" cy="2120038"/>
            </a:xfrm>
          </p:grpSpPr>
          <p:sp>
            <p:nvSpPr>
              <p:cNvPr name="Freeform 6" id="6"/>
              <p:cNvSpPr/>
              <p:nvPr/>
            </p:nvSpPr>
            <p:spPr>
              <a:xfrm flipH="false" flipV="false" rot="0">
                <a:off x="0" y="0"/>
                <a:ext cx="2137363" cy="2120037"/>
              </a:xfrm>
              <a:custGeom>
                <a:avLst/>
                <a:gdLst/>
                <a:ahLst/>
                <a:cxnLst/>
                <a:rect r="r" b="b" t="t" l="l"/>
                <a:pathLst>
                  <a:path h="2120037" w="2137363">
                    <a:moveTo>
                      <a:pt x="19080" y="0"/>
                    </a:moveTo>
                    <a:lnTo>
                      <a:pt x="2118283" y="0"/>
                    </a:lnTo>
                    <a:cubicBezTo>
                      <a:pt x="2123343" y="0"/>
                      <a:pt x="2128196" y="2010"/>
                      <a:pt x="2131775" y="5588"/>
                    </a:cubicBezTo>
                    <a:cubicBezTo>
                      <a:pt x="2135353" y="9167"/>
                      <a:pt x="2137363" y="14020"/>
                      <a:pt x="2137363" y="19080"/>
                    </a:cubicBezTo>
                    <a:lnTo>
                      <a:pt x="2137363" y="2100958"/>
                    </a:lnTo>
                    <a:cubicBezTo>
                      <a:pt x="2137363" y="2111495"/>
                      <a:pt x="2128821" y="2120037"/>
                      <a:pt x="2118283" y="2120037"/>
                    </a:cubicBezTo>
                    <a:lnTo>
                      <a:pt x="19080" y="2120037"/>
                    </a:lnTo>
                    <a:cubicBezTo>
                      <a:pt x="8542" y="2120037"/>
                      <a:pt x="0" y="2111495"/>
                      <a:pt x="0" y="2100958"/>
                    </a:cubicBezTo>
                    <a:lnTo>
                      <a:pt x="0" y="19080"/>
                    </a:lnTo>
                    <a:cubicBezTo>
                      <a:pt x="0" y="8542"/>
                      <a:pt x="8542" y="0"/>
                      <a:pt x="19080" y="0"/>
                    </a:cubicBezTo>
                    <a:close/>
                  </a:path>
                </a:pathLst>
              </a:custGeom>
              <a:solidFill>
                <a:srgbClr val="04001E"/>
              </a:solidFill>
              <a:ln w="38100" cap="sq">
                <a:solidFill>
                  <a:srgbClr val="E5E1DA"/>
                </a:solidFill>
                <a:prstDash val="solid"/>
                <a:miter/>
              </a:ln>
            </p:spPr>
          </p:sp>
          <p:sp>
            <p:nvSpPr>
              <p:cNvPr name="TextBox 7" id="7"/>
              <p:cNvSpPr txBox="true"/>
              <p:nvPr/>
            </p:nvSpPr>
            <p:spPr>
              <a:xfrm>
                <a:off x="0" y="-38100"/>
                <a:ext cx="2137363" cy="2158138"/>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205844" y="1898185"/>
              <a:ext cx="9366782" cy="4579620"/>
            </a:xfrm>
            <a:prstGeom prst="rect">
              <a:avLst/>
            </a:prstGeom>
          </p:spPr>
          <p:txBody>
            <a:bodyPr anchor="t" rtlCol="false" tIns="0" lIns="0" bIns="0" rIns="0">
              <a:spAutoFit/>
            </a:bodyPr>
            <a:lstStyle/>
            <a:p>
              <a:pPr algn="l">
                <a:lnSpc>
                  <a:spcPts val="8730"/>
                </a:lnSpc>
              </a:pPr>
              <a:r>
                <a:rPr lang="en-US" sz="9000">
                  <a:solidFill>
                    <a:srgbClr val="FFFFFF"/>
                  </a:solidFill>
                  <a:latin typeface="Archivo Black"/>
                  <a:ea typeface="Archivo Black"/>
                  <a:cs typeface="Archivo Black"/>
                  <a:sym typeface="Archivo Black"/>
                </a:rPr>
                <a:t>Project vision and mission</a:t>
              </a:r>
            </a:p>
          </p:txBody>
        </p:sp>
        <p:sp>
          <p:nvSpPr>
            <p:cNvPr name="TextBox 9" id="9"/>
            <p:cNvSpPr txBox="true"/>
            <p:nvPr/>
          </p:nvSpPr>
          <p:spPr>
            <a:xfrm rot="0">
              <a:off x="1332844" y="6895844"/>
              <a:ext cx="7860389" cy="2635250"/>
            </a:xfrm>
            <a:prstGeom prst="rect">
              <a:avLst/>
            </a:prstGeom>
          </p:spPr>
          <p:txBody>
            <a:bodyPr anchor="t" rtlCol="false" tIns="0" lIns="0" bIns="0" rIns="0">
              <a:spAutoFit/>
            </a:bodyPr>
            <a:lstStyle/>
            <a:p>
              <a:pPr algn="l" marL="0" indent="0" lvl="0">
                <a:lnSpc>
                  <a:spcPts val="2699"/>
                </a:lnSpc>
                <a:spcBef>
                  <a:spcPct val="0"/>
                </a:spcBef>
              </a:pPr>
              <a:r>
                <a:rPr lang="en-US" sz="1999" spc="119" u="non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p:txBody>
        </p:sp>
      </p:grpSp>
      <p:grpSp>
        <p:nvGrpSpPr>
          <p:cNvPr name="Group 10" id="10"/>
          <p:cNvGrpSpPr/>
          <p:nvPr/>
        </p:nvGrpSpPr>
        <p:grpSpPr>
          <a:xfrm rot="0">
            <a:off x="9321397" y="1095257"/>
            <a:ext cx="6998061" cy="8023496"/>
            <a:chOff x="0" y="0"/>
            <a:chExt cx="9330748" cy="10697995"/>
          </a:xfrm>
        </p:grpSpPr>
        <p:grpSp>
          <p:nvGrpSpPr>
            <p:cNvPr name="Group 11" id="11"/>
            <p:cNvGrpSpPr/>
            <p:nvPr/>
          </p:nvGrpSpPr>
          <p:grpSpPr>
            <a:xfrm rot="0">
              <a:off x="0" y="0"/>
              <a:ext cx="9330748" cy="3415370"/>
              <a:chOff x="0" y="0"/>
              <a:chExt cx="2342659" cy="857492"/>
            </a:xfrm>
          </p:grpSpPr>
          <p:sp>
            <p:nvSpPr>
              <p:cNvPr name="Freeform 12" id="12"/>
              <p:cNvSpPr/>
              <p:nvPr/>
            </p:nvSpPr>
            <p:spPr>
              <a:xfrm flipH="false" flipV="false" rot="0">
                <a:off x="0" y="0"/>
                <a:ext cx="2342659" cy="857492"/>
              </a:xfrm>
              <a:custGeom>
                <a:avLst/>
                <a:gdLst/>
                <a:ahLst/>
                <a:cxnLst/>
                <a:rect r="r" b="b" t="t" l="l"/>
                <a:pathLst>
                  <a:path h="857492" w="2342659">
                    <a:moveTo>
                      <a:pt x="22126" y="0"/>
                    </a:moveTo>
                    <a:lnTo>
                      <a:pt x="2320533" y="0"/>
                    </a:lnTo>
                    <a:cubicBezTo>
                      <a:pt x="2326401" y="0"/>
                      <a:pt x="2332029" y="2331"/>
                      <a:pt x="2336178" y="6481"/>
                    </a:cubicBezTo>
                    <a:cubicBezTo>
                      <a:pt x="2340327" y="10630"/>
                      <a:pt x="2342659" y="16258"/>
                      <a:pt x="2342659" y="22126"/>
                    </a:cubicBezTo>
                    <a:lnTo>
                      <a:pt x="2342659" y="835367"/>
                    </a:lnTo>
                    <a:cubicBezTo>
                      <a:pt x="2342659" y="841235"/>
                      <a:pt x="2340327" y="846862"/>
                      <a:pt x="2336178" y="851012"/>
                    </a:cubicBezTo>
                    <a:cubicBezTo>
                      <a:pt x="2332029" y="855161"/>
                      <a:pt x="2326401" y="857492"/>
                      <a:pt x="2320533" y="857492"/>
                    </a:cubicBezTo>
                    <a:lnTo>
                      <a:pt x="22126" y="857492"/>
                    </a:lnTo>
                    <a:cubicBezTo>
                      <a:pt x="16258" y="857492"/>
                      <a:pt x="10630" y="855161"/>
                      <a:pt x="6481" y="851012"/>
                    </a:cubicBezTo>
                    <a:cubicBezTo>
                      <a:pt x="2331" y="846862"/>
                      <a:pt x="0" y="841235"/>
                      <a:pt x="0" y="835367"/>
                    </a:cubicBezTo>
                    <a:lnTo>
                      <a:pt x="0" y="22126"/>
                    </a:lnTo>
                    <a:cubicBezTo>
                      <a:pt x="0" y="16258"/>
                      <a:pt x="2331" y="10630"/>
                      <a:pt x="6481" y="6481"/>
                    </a:cubicBezTo>
                    <a:cubicBezTo>
                      <a:pt x="10630" y="2331"/>
                      <a:pt x="16258" y="0"/>
                      <a:pt x="22126" y="0"/>
                    </a:cubicBezTo>
                    <a:close/>
                  </a:path>
                </a:pathLst>
              </a:custGeom>
              <a:solidFill>
                <a:srgbClr val="04001E"/>
              </a:solidFill>
              <a:ln w="38100" cap="sq">
                <a:solidFill>
                  <a:srgbClr val="E5E1DA"/>
                </a:solidFill>
                <a:prstDash val="solid"/>
                <a:miter/>
              </a:ln>
            </p:spPr>
          </p:sp>
          <p:sp>
            <p:nvSpPr>
              <p:cNvPr name="TextBox 13" id="13"/>
              <p:cNvSpPr txBox="true"/>
              <p:nvPr/>
            </p:nvSpPr>
            <p:spPr>
              <a:xfrm>
                <a:off x="0" y="-38100"/>
                <a:ext cx="2342659" cy="89559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0" y="3689455"/>
              <a:ext cx="9330748" cy="3415370"/>
              <a:chOff x="0" y="0"/>
              <a:chExt cx="2342659" cy="857492"/>
            </a:xfrm>
          </p:grpSpPr>
          <p:sp>
            <p:nvSpPr>
              <p:cNvPr name="Freeform 15" id="15"/>
              <p:cNvSpPr/>
              <p:nvPr/>
            </p:nvSpPr>
            <p:spPr>
              <a:xfrm flipH="false" flipV="false" rot="0">
                <a:off x="0" y="0"/>
                <a:ext cx="2342659" cy="857492"/>
              </a:xfrm>
              <a:custGeom>
                <a:avLst/>
                <a:gdLst/>
                <a:ahLst/>
                <a:cxnLst/>
                <a:rect r="r" b="b" t="t" l="l"/>
                <a:pathLst>
                  <a:path h="857492" w="2342659">
                    <a:moveTo>
                      <a:pt x="22126" y="0"/>
                    </a:moveTo>
                    <a:lnTo>
                      <a:pt x="2320533" y="0"/>
                    </a:lnTo>
                    <a:cubicBezTo>
                      <a:pt x="2326401" y="0"/>
                      <a:pt x="2332029" y="2331"/>
                      <a:pt x="2336178" y="6481"/>
                    </a:cubicBezTo>
                    <a:cubicBezTo>
                      <a:pt x="2340327" y="10630"/>
                      <a:pt x="2342659" y="16258"/>
                      <a:pt x="2342659" y="22126"/>
                    </a:cubicBezTo>
                    <a:lnTo>
                      <a:pt x="2342659" y="835367"/>
                    </a:lnTo>
                    <a:cubicBezTo>
                      <a:pt x="2342659" y="841235"/>
                      <a:pt x="2340327" y="846862"/>
                      <a:pt x="2336178" y="851012"/>
                    </a:cubicBezTo>
                    <a:cubicBezTo>
                      <a:pt x="2332029" y="855161"/>
                      <a:pt x="2326401" y="857492"/>
                      <a:pt x="2320533" y="857492"/>
                    </a:cubicBezTo>
                    <a:lnTo>
                      <a:pt x="22126" y="857492"/>
                    </a:lnTo>
                    <a:cubicBezTo>
                      <a:pt x="16258" y="857492"/>
                      <a:pt x="10630" y="855161"/>
                      <a:pt x="6481" y="851012"/>
                    </a:cubicBezTo>
                    <a:cubicBezTo>
                      <a:pt x="2331" y="846862"/>
                      <a:pt x="0" y="841235"/>
                      <a:pt x="0" y="835367"/>
                    </a:cubicBezTo>
                    <a:lnTo>
                      <a:pt x="0" y="22126"/>
                    </a:lnTo>
                    <a:cubicBezTo>
                      <a:pt x="0" y="16258"/>
                      <a:pt x="2331" y="10630"/>
                      <a:pt x="6481" y="6481"/>
                    </a:cubicBezTo>
                    <a:cubicBezTo>
                      <a:pt x="10630" y="2331"/>
                      <a:pt x="16258" y="0"/>
                      <a:pt x="22126" y="0"/>
                    </a:cubicBezTo>
                    <a:close/>
                  </a:path>
                </a:pathLst>
              </a:custGeom>
              <a:solidFill>
                <a:srgbClr val="04001E"/>
              </a:solidFill>
              <a:ln w="38100" cap="sq">
                <a:solidFill>
                  <a:srgbClr val="E5E1DA"/>
                </a:solidFill>
                <a:prstDash val="solid"/>
                <a:miter/>
              </a:ln>
            </p:spPr>
          </p:sp>
          <p:sp>
            <p:nvSpPr>
              <p:cNvPr name="TextBox 16" id="16"/>
              <p:cNvSpPr txBox="true"/>
              <p:nvPr/>
            </p:nvSpPr>
            <p:spPr>
              <a:xfrm>
                <a:off x="0" y="-38100"/>
                <a:ext cx="2342659" cy="89559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7" id="17"/>
            <p:cNvGrpSpPr/>
            <p:nvPr/>
          </p:nvGrpSpPr>
          <p:grpSpPr>
            <a:xfrm rot="0">
              <a:off x="0" y="7282625"/>
              <a:ext cx="9330748" cy="3415370"/>
              <a:chOff x="0" y="0"/>
              <a:chExt cx="2342659" cy="857492"/>
            </a:xfrm>
          </p:grpSpPr>
          <p:sp>
            <p:nvSpPr>
              <p:cNvPr name="Freeform 18" id="18"/>
              <p:cNvSpPr/>
              <p:nvPr/>
            </p:nvSpPr>
            <p:spPr>
              <a:xfrm flipH="false" flipV="false" rot="0">
                <a:off x="0" y="0"/>
                <a:ext cx="2342659" cy="857492"/>
              </a:xfrm>
              <a:custGeom>
                <a:avLst/>
                <a:gdLst/>
                <a:ahLst/>
                <a:cxnLst/>
                <a:rect r="r" b="b" t="t" l="l"/>
                <a:pathLst>
                  <a:path h="857492" w="2342659">
                    <a:moveTo>
                      <a:pt x="22126" y="0"/>
                    </a:moveTo>
                    <a:lnTo>
                      <a:pt x="2320533" y="0"/>
                    </a:lnTo>
                    <a:cubicBezTo>
                      <a:pt x="2326401" y="0"/>
                      <a:pt x="2332029" y="2331"/>
                      <a:pt x="2336178" y="6481"/>
                    </a:cubicBezTo>
                    <a:cubicBezTo>
                      <a:pt x="2340327" y="10630"/>
                      <a:pt x="2342659" y="16258"/>
                      <a:pt x="2342659" y="22126"/>
                    </a:cubicBezTo>
                    <a:lnTo>
                      <a:pt x="2342659" y="835367"/>
                    </a:lnTo>
                    <a:cubicBezTo>
                      <a:pt x="2342659" y="841235"/>
                      <a:pt x="2340327" y="846862"/>
                      <a:pt x="2336178" y="851012"/>
                    </a:cubicBezTo>
                    <a:cubicBezTo>
                      <a:pt x="2332029" y="855161"/>
                      <a:pt x="2326401" y="857492"/>
                      <a:pt x="2320533" y="857492"/>
                    </a:cubicBezTo>
                    <a:lnTo>
                      <a:pt x="22126" y="857492"/>
                    </a:lnTo>
                    <a:cubicBezTo>
                      <a:pt x="16258" y="857492"/>
                      <a:pt x="10630" y="855161"/>
                      <a:pt x="6481" y="851012"/>
                    </a:cubicBezTo>
                    <a:cubicBezTo>
                      <a:pt x="2331" y="846862"/>
                      <a:pt x="0" y="841235"/>
                      <a:pt x="0" y="835367"/>
                    </a:cubicBezTo>
                    <a:lnTo>
                      <a:pt x="0" y="22126"/>
                    </a:lnTo>
                    <a:cubicBezTo>
                      <a:pt x="0" y="16258"/>
                      <a:pt x="2331" y="10630"/>
                      <a:pt x="6481" y="6481"/>
                    </a:cubicBezTo>
                    <a:cubicBezTo>
                      <a:pt x="10630" y="2331"/>
                      <a:pt x="16258" y="0"/>
                      <a:pt x="22126" y="0"/>
                    </a:cubicBezTo>
                    <a:close/>
                  </a:path>
                </a:pathLst>
              </a:custGeom>
              <a:solidFill>
                <a:srgbClr val="04001E"/>
              </a:solidFill>
              <a:ln w="38100" cap="sq">
                <a:solidFill>
                  <a:srgbClr val="E5E1DA"/>
                </a:solidFill>
                <a:prstDash val="solid"/>
                <a:miter/>
              </a:ln>
            </p:spPr>
          </p:sp>
          <p:sp>
            <p:nvSpPr>
              <p:cNvPr name="TextBox 19" id="19"/>
              <p:cNvSpPr txBox="true"/>
              <p:nvPr/>
            </p:nvSpPr>
            <p:spPr>
              <a:xfrm>
                <a:off x="0" y="-38100"/>
                <a:ext cx="2342659" cy="89559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0" id="20"/>
            <p:cNvSpPr txBox="true"/>
            <p:nvPr/>
          </p:nvSpPr>
          <p:spPr>
            <a:xfrm rot="0">
              <a:off x="688245" y="1087920"/>
              <a:ext cx="2105270" cy="1430030"/>
            </a:xfrm>
            <a:prstGeom prst="rect">
              <a:avLst/>
            </a:prstGeom>
          </p:spPr>
          <p:txBody>
            <a:bodyPr anchor="t" rtlCol="false" tIns="0" lIns="0" bIns="0" rIns="0">
              <a:spAutoFit/>
            </a:bodyPr>
            <a:lstStyle/>
            <a:p>
              <a:pPr algn="l">
                <a:lnSpc>
                  <a:spcPts val="7680"/>
                </a:lnSpc>
              </a:pPr>
              <a:r>
                <a:rPr lang="en-US" sz="8000">
                  <a:solidFill>
                    <a:srgbClr val="FFFFFF"/>
                  </a:solidFill>
                  <a:latin typeface="Red Hat Display"/>
                  <a:ea typeface="Red Hat Display"/>
                  <a:cs typeface="Red Hat Display"/>
                  <a:sym typeface="Red Hat Display"/>
                </a:rPr>
                <a:t>01.</a:t>
              </a:r>
            </a:p>
          </p:txBody>
        </p:sp>
        <p:sp>
          <p:nvSpPr>
            <p:cNvPr name="TextBox 21" id="21"/>
            <p:cNvSpPr txBox="true"/>
            <p:nvPr/>
          </p:nvSpPr>
          <p:spPr>
            <a:xfrm rot="0">
              <a:off x="688245" y="4777374"/>
              <a:ext cx="2105270" cy="1430030"/>
            </a:xfrm>
            <a:prstGeom prst="rect">
              <a:avLst/>
            </a:prstGeom>
          </p:spPr>
          <p:txBody>
            <a:bodyPr anchor="t" rtlCol="false" tIns="0" lIns="0" bIns="0" rIns="0">
              <a:spAutoFit/>
            </a:bodyPr>
            <a:lstStyle/>
            <a:p>
              <a:pPr algn="l">
                <a:lnSpc>
                  <a:spcPts val="7680"/>
                </a:lnSpc>
              </a:pPr>
              <a:r>
                <a:rPr lang="en-US" sz="8000">
                  <a:solidFill>
                    <a:srgbClr val="FFFFFF"/>
                  </a:solidFill>
                  <a:latin typeface="Red Hat Display"/>
                  <a:ea typeface="Red Hat Display"/>
                  <a:cs typeface="Red Hat Display"/>
                  <a:sym typeface="Red Hat Display"/>
                </a:rPr>
                <a:t>02.</a:t>
              </a:r>
            </a:p>
          </p:txBody>
        </p:sp>
        <p:sp>
          <p:nvSpPr>
            <p:cNvPr name="TextBox 22" id="22"/>
            <p:cNvSpPr txBox="true"/>
            <p:nvPr/>
          </p:nvSpPr>
          <p:spPr>
            <a:xfrm rot="0">
              <a:off x="688245" y="8370545"/>
              <a:ext cx="2105270" cy="1430030"/>
            </a:xfrm>
            <a:prstGeom prst="rect">
              <a:avLst/>
            </a:prstGeom>
          </p:spPr>
          <p:txBody>
            <a:bodyPr anchor="t" rtlCol="false" tIns="0" lIns="0" bIns="0" rIns="0">
              <a:spAutoFit/>
            </a:bodyPr>
            <a:lstStyle/>
            <a:p>
              <a:pPr algn="l">
                <a:lnSpc>
                  <a:spcPts val="7680"/>
                </a:lnSpc>
              </a:pPr>
              <a:r>
                <a:rPr lang="en-US" sz="8000">
                  <a:solidFill>
                    <a:srgbClr val="FFFFFF"/>
                  </a:solidFill>
                  <a:latin typeface="Red Hat Display"/>
                  <a:ea typeface="Red Hat Display"/>
                  <a:cs typeface="Red Hat Display"/>
                  <a:sym typeface="Red Hat Display"/>
                </a:rPr>
                <a:t>03.</a:t>
              </a:r>
            </a:p>
          </p:txBody>
        </p:sp>
        <p:sp>
          <p:nvSpPr>
            <p:cNvPr name="TextBox 23" id="23"/>
            <p:cNvSpPr txBox="true"/>
            <p:nvPr/>
          </p:nvSpPr>
          <p:spPr>
            <a:xfrm rot="0">
              <a:off x="2991226" y="922190"/>
              <a:ext cx="5509503" cy="1561465"/>
            </a:xfrm>
            <a:prstGeom prst="rect">
              <a:avLst/>
            </a:prstGeom>
          </p:spPr>
          <p:txBody>
            <a:bodyPr anchor="t" rtlCol="false" tIns="0" lIns="0" bIns="0" rIns="0">
              <a:spAutoFit/>
            </a:bodyPr>
            <a:lstStyle/>
            <a:p>
              <a:pPr algn="just" marL="0" indent="0" lvl="0">
                <a:lnSpc>
                  <a:spcPts val="1890"/>
                </a:lnSpc>
                <a:spcBef>
                  <a:spcPct val="0"/>
                </a:spcBef>
              </a:pPr>
              <a:r>
                <a:rPr lang="en-US" sz="1400" spc="22" u="non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24" id="24"/>
            <p:cNvSpPr txBox="true"/>
            <p:nvPr/>
          </p:nvSpPr>
          <p:spPr>
            <a:xfrm rot="0">
              <a:off x="2991226" y="4611645"/>
              <a:ext cx="5509503" cy="1561465"/>
            </a:xfrm>
            <a:prstGeom prst="rect">
              <a:avLst/>
            </a:prstGeom>
          </p:spPr>
          <p:txBody>
            <a:bodyPr anchor="t" rtlCol="false" tIns="0" lIns="0" bIns="0" rIns="0">
              <a:spAutoFit/>
            </a:bodyPr>
            <a:lstStyle/>
            <a:p>
              <a:pPr algn="just" marL="0" indent="0" lvl="0">
                <a:lnSpc>
                  <a:spcPts val="1890"/>
                </a:lnSpc>
                <a:spcBef>
                  <a:spcPct val="0"/>
                </a:spcBef>
              </a:pPr>
              <a:r>
                <a:rPr lang="en-US" sz="1400" spc="22" u="non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25" id="25"/>
            <p:cNvSpPr txBox="true"/>
            <p:nvPr/>
          </p:nvSpPr>
          <p:spPr>
            <a:xfrm rot="0">
              <a:off x="2991226" y="8204815"/>
              <a:ext cx="5509503" cy="1561465"/>
            </a:xfrm>
            <a:prstGeom prst="rect">
              <a:avLst/>
            </a:prstGeom>
          </p:spPr>
          <p:txBody>
            <a:bodyPr anchor="t" rtlCol="false" tIns="0" lIns="0" bIns="0" rIns="0">
              <a:spAutoFit/>
            </a:bodyPr>
            <a:lstStyle/>
            <a:p>
              <a:pPr algn="just" marL="0" indent="0" lvl="0">
                <a:lnSpc>
                  <a:spcPts val="1890"/>
                </a:lnSpc>
                <a:spcBef>
                  <a:spcPct val="0"/>
                </a:spcBef>
              </a:pPr>
              <a:r>
                <a:rPr lang="en-US" sz="1400" spc="22" u="non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p:txBody>
        </p:sp>
      </p:grpSp>
      <p:sp>
        <p:nvSpPr>
          <p:cNvPr name="Freeform 26" id="26"/>
          <p:cNvSpPr/>
          <p:nvPr/>
        </p:nvSpPr>
        <p:spPr>
          <a:xfrm flipH="false" flipV="false" rot="0">
            <a:off x="16500433" y="8222333"/>
            <a:ext cx="896420" cy="896420"/>
          </a:xfrm>
          <a:custGeom>
            <a:avLst/>
            <a:gdLst/>
            <a:ahLst/>
            <a:cxnLst/>
            <a:rect r="r" b="b" t="t" l="l"/>
            <a:pathLst>
              <a:path h="896420" w="896420">
                <a:moveTo>
                  <a:pt x="0" y="0"/>
                </a:moveTo>
                <a:lnTo>
                  <a:pt x="896420" y="0"/>
                </a:lnTo>
                <a:lnTo>
                  <a:pt x="896420" y="896420"/>
                </a:lnTo>
                <a:lnTo>
                  <a:pt x="0" y="8964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6626729">
            <a:off x="-8844239" y="322201"/>
            <a:ext cx="12221289" cy="8822969"/>
          </a:xfrm>
          <a:custGeom>
            <a:avLst/>
            <a:gdLst/>
            <a:ahLst/>
            <a:cxnLst/>
            <a:rect r="r" b="b" t="t" l="l"/>
            <a:pathLst>
              <a:path h="8822969" w="12221289">
                <a:moveTo>
                  <a:pt x="12221289" y="0"/>
                </a:moveTo>
                <a:lnTo>
                  <a:pt x="0" y="0"/>
                </a:lnTo>
                <a:lnTo>
                  <a:pt x="0" y="8822969"/>
                </a:lnTo>
                <a:lnTo>
                  <a:pt x="12221289" y="8822969"/>
                </a:lnTo>
                <a:lnTo>
                  <a:pt x="12221289" y="0"/>
                </a:lnTo>
                <a:close/>
              </a:path>
            </a:pathLst>
          </a:custGeom>
          <a:blipFill>
            <a:blip r:embed="rId3"/>
            <a:stretch>
              <a:fillRect l="0" t="0" r="0" b="0"/>
            </a:stretch>
          </a:blipFill>
        </p:spPr>
      </p:sp>
      <p:grpSp>
        <p:nvGrpSpPr>
          <p:cNvPr name="Group 4" id="4"/>
          <p:cNvGrpSpPr/>
          <p:nvPr/>
        </p:nvGrpSpPr>
        <p:grpSpPr>
          <a:xfrm rot="0">
            <a:off x="1028700" y="1413758"/>
            <a:ext cx="10284037" cy="7731016"/>
            <a:chOff x="0" y="0"/>
            <a:chExt cx="13712050" cy="10308021"/>
          </a:xfrm>
        </p:grpSpPr>
        <p:grpSp>
          <p:nvGrpSpPr>
            <p:cNvPr name="Group 5" id="5"/>
            <p:cNvGrpSpPr/>
            <p:nvPr/>
          </p:nvGrpSpPr>
          <p:grpSpPr>
            <a:xfrm rot="0">
              <a:off x="0" y="0"/>
              <a:ext cx="13712050" cy="10308021"/>
              <a:chOff x="0" y="0"/>
              <a:chExt cx="2708553" cy="2036152"/>
            </a:xfrm>
          </p:grpSpPr>
          <p:sp>
            <p:nvSpPr>
              <p:cNvPr name="Freeform 6" id="6"/>
              <p:cNvSpPr/>
              <p:nvPr/>
            </p:nvSpPr>
            <p:spPr>
              <a:xfrm flipH="false" flipV="false" rot="0">
                <a:off x="0" y="0"/>
                <a:ext cx="2708553" cy="2036152"/>
              </a:xfrm>
              <a:custGeom>
                <a:avLst/>
                <a:gdLst/>
                <a:ahLst/>
                <a:cxnLst/>
                <a:rect r="r" b="b" t="t" l="l"/>
                <a:pathLst>
                  <a:path h="2036152" w="2708553">
                    <a:moveTo>
                      <a:pt x="15056" y="0"/>
                    </a:moveTo>
                    <a:lnTo>
                      <a:pt x="2693497" y="0"/>
                    </a:lnTo>
                    <a:cubicBezTo>
                      <a:pt x="2701812" y="0"/>
                      <a:pt x="2708553" y="6741"/>
                      <a:pt x="2708553" y="15056"/>
                    </a:cubicBezTo>
                    <a:lnTo>
                      <a:pt x="2708553" y="2021096"/>
                    </a:lnTo>
                    <a:cubicBezTo>
                      <a:pt x="2708553" y="2025089"/>
                      <a:pt x="2706967" y="2028919"/>
                      <a:pt x="2704143" y="2031743"/>
                    </a:cubicBezTo>
                    <a:cubicBezTo>
                      <a:pt x="2701320" y="2034566"/>
                      <a:pt x="2697490" y="2036152"/>
                      <a:pt x="2693497" y="2036152"/>
                    </a:cubicBezTo>
                    <a:lnTo>
                      <a:pt x="15056" y="2036152"/>
                    </a:lnTo>
                    <a:cubicBezTo>
                      <a:pt x="11063" y="2036152"/>
                      <a:pt x="7233" y="2034566"/>
                      <a:pt x="4410" y="2031743"/>
                    </a:cubicBezTo>
                    <a:cubicBezTo>
                      <a:pt x="1586" y="2028919"/>
                      <a:pt x="0" y="2025089"/>
                      <a:pt x="0" y="2021096"/>
                    </a:cubicBezTo>
                    <a:lnTo>
                      <a:pt x="0" y="15056"/>
                    </a:lnTo>
                    <a:cubicBezTo>
                      <a:pt x="0" y="11063"/>
                      <a:pt x="1586" y="7233"/>
                      <a:pt x="4410" y="4410"/>
                    </a:cubicBezTo>
                    <a:cubicBezTo>
                      <a:pt x="7233" y="1586"/>
                      <a:pt x="11063" y="0"/>
                      <a:pt x="15056" y="0"/>
                    </a:cubicBezTo>
                    <a:close/>
                  </a:path>
                </a:pathLst>
              </a:custGeom>
              <a:solidFill>
                <a:srgbClr val="04001E"/>
              </a:solidFill>
              <a:ln w="38100" cap="sq">
                <a:solidFill>
                  <a:srgbClr val="E5E1DA"/>
                </a:solidFill>
                <a:prstDash val="solid"/>
                <a:miter/>
              </a:ln>
            </p:spPr>
          </p:sp>
          <p:sp>
            <p:nvSpPr>
              <p:cNvPr name="TextBox 7" id="7"/>
              <p:cNvSpPr txBox="true"/>
              <p:nvPr/>
            </p:nvSpPr>
            <p:spPr>
              <a:xfrm>
                <a:off x="0" y="-38100"/>
                <a:ext cx="2708553" cy="2074252"/>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246955" y="1198034"/>
              <a:ext cx="10472323" cy="3106420"/>
            </a:xfrm>
            <a:prstGeom prst="rect">
              <a:avLst/>
            </a:prstGeom>
          </p:spPr>
          <p:txBody>
            <a:bodyPr anchor="t" rtlCol="false" tIns="0" lIns="0" bIns="0" rIns="0">
              <a:spAutoFit/>
            </a:bodyPr>
            <a:lstStyle/>
            <a:p>
              <a:pPr algn="l">
                <a:lnSpc>
                  <a:spcPts val="8730"/>
                </a:lnSpc>
              </a:pPr>
              <a:r>
                <a:rPr lang="en-US" sz="9000">
                  <a:solidFill>
                    <a:srgbClr val="FFFFFF"/>
                  </a:solidFill>
                  <a:latin typeface="Archivo Black"/>
                  <a:ea typeface="Archivo Black"/>
                  <a:cs typeface="Archivo Black"/>
                  <a:sym typeface="Archivo Black"/>
                </a:rPr>
                <a:t>Inspiration &amp; creativity</a:t>
              </a:r>
            </a:p>
          </p:txBody>
        </p:sp>
        <p:sp>
          <p:nvSpPr>
            <p:cNvPr name="TextBox 9" id="9"/>
            <p:cNvSpPr txBox="true"/>
            <p:nvPr/>
          </p:nvSpPr>
          <p:spPr>
            <a:xfrm rot="0">
              <a:off x="1246955" y="4544115"/>
              <a:ext cx="9344845" cy="4413250"/>
            </a:xfrm>
            <a:prstGeom prst="rect">
              <a:avLst/>
            </a:prstGeom>
          </p:spPr>
          <p:txBody>
            <a:bodyPr anchor="t" rtlCol="false" tIns="0" lIns="0" bIns="0" rIns="0">
              <a:spAutoFit/>
            </a:bodyPr>
            <a:lstStyle/>
            <a:p>
              <a:pPr algn="l" marL="0" indent="0" lvl="0">
                <a:lnSpc>
                  <a:spcPts val="2699"/>
                </a:lnSpc>
                <a:spcBef>
                  <a:spcPct val="0"/>
                </a:spcBef>
              </a:pPr>
              <a:r>
                <a:rPr lang="en-US" sz="1999" spc="119" u="non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699"/>
                </a:lnSpc>
                <a:spcBef>
                  <a:spcPct val="0"/>
                </a:spcBef>
              </a:pPr>
            </a:p>
            <a:p>
              <a:pPr algn="l" marL="0" indent="0" lvl="0">
                <a:lnSpc>
                  <a:spcPts val="2699"/>
                </a:lnSpc>
                <a:spcBef>
                  <a:spcPct val="0"/>
                </a:spcBef>
              </a:pPr>
              <a:r>
                <a:rPr lang="en-US" sz="1999" spc="119" u="none">
                  <a:solidFill>
                    <a:srgbClr val="FFFFFF"/>
                  </a:solidFill>
                  <a:latin typeface="Red Hat Display"/>
                  <a:ea typeface="Red Hat Display"/>
                  <a:cs typeface="Red Hat Display"/>
                  <a:sym typeface="Red Hat Display"/>
                </a:rPr>
                <a:t>Duis aute irure dolor in reprehenderit in voluptate velit esse cillum dolore eu fugiat nulla pariatur. Excepteur sint occaecat cupidatat non proident, sunt in culpa qui officia deserunt mollit anim id est laborum.</a:t>
              </a:r>
            </a:p>
          </p:txBody>
        </p:sp>
      </p:grpSp>
      <p:grpSp>
        <p:nvGrpSpPr>
          <p:cNvPr name="Group 10" id="10"/>
          <p:cNvGrpSpPr/>
          <p:nvPr/>
        </p:nvGrpSpPr>
        <p:grpSpPr>
          <a:xfrm rot="0">
            <a:off x="11864221" y="-2940398"/>
            <a:ext cx="5395079" cy="15773061"/>
            <a:chOff x="0" y="0"/>
            <a:chExt cx="7193439" cy="21030749"/>
          </a:xfrm>
        </p:grpSpPr>
        <p:sp>
          <p:nvSpPr>
            <p:cNvPr name="Freeform 11" id="11"/>
            <p:cNvSpPr/>
            <p:nvPr/>
          </p:nvSpPr>
          <p:spPr>
            <a:xfrm flipH="false" flipV="false" rot="0">
              <a:off x="5998212" y="15069703"/>
              <a:ext cx="1195227" cy="1195227"/>
            </a:xfrm>
            <a:custGeom>
              <a:avLst/>
              <a:gdLst/>
              <a:ahLst/>
              <a:cxnLst/>
              <a:rect r="r" b="b" t="t" l="l"/>
              <a:pathLst>
                <a:path h="1195227" w="1195227">
                  <a:moveTo>
                    <a:pt x="0" y="0"/>
                  </a:moveTo>
                  <a:lnTo>
                    <a:pt x="1195227" y="0"/>
                  </a:lnTo>
                  <a:lnTo>
                    <a:pt x="1195227" y="1195227"/>
                  </a:lnTo>
                  <a:lnTo>
                    <a:pt x="0" y="11952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2" id="12"/>
            <p:cNvSpPr/>
            <p:nvPr/>
          </p:nvSpPr>
          <p:spPr>
            <a:xfrm flipV="true">
              <a:off x="263156" y="0"/>
              <a:ext cx="0" cy="21030749"/>
            </a:xfrm>
            <a:prstGeom prst="line">
              <a:avLst/>
            </a:prstGeom>
            <a:ln cap="flat" w="25400">
              <a:solidFill>
                <a:srgbClr val="F4F4ED"/>
              </a:solidFill>
              <a:prstDash val="solid"/>
              <a:headEnd type="none" len="sm" w="sm"/>
              <a:tailEnd type="none" len="sm" w="sm"/>
            </a:ln>
          </p:spPr>
        </p:sp>
        <p:grpSp>
          <p:nvGrpSpPr>
            <p:cNvPr name="Group 13" id="13"/>
            <p:cNvGrpSpPr/>
            <p:nvPr/>
          </p:nvGrpSpPr>
          <p:grpSpPr>
            <a:xfrm rot="-5400000">
              <a:off x="0" y="13625970"/>
              <a:ext cx="526312" cy="52631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name="TextBox 15" id="15"/>
              <p:cNvSpPr txBox="true"/>
              <p:nvPr/>
            </p:nvSpPr>
            <p:spPr>
              <a:xfrm>
                <a:off x="190500" y="228600"/>
                <a:ext cx="431800" cy="393700"/>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16" id="16"/>
            <p:cNvGrpSpPr/>
            <p:nvPr/>
          </p:nvGrpSpPr>
          <p:grpSpPr>
            <a:xfrm rot="-5400000">
              <a:off x="0" y="9912006"/>
              <a:ext cx="526312" cy="52631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name="TextBox 18" id="18"/>
              <p:cNvSpPr txBox="true"/>
              <p:nvPr/>
            </p:nvSpPr>
            <p:spPr>
              <a:xfrm>
                <a:off x="190500" y="228600"/>
                <a:ext cx="431800" cy="393700"/>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19" id="19"/>
            <p:cNvGrpSpPr/>
            <p:nvPr/>
          </p:nvGrpSpPr>
          <p:grpSpPr>
            <a:xfrm rot="-5400000">
              <a:off x="0" y="6044900"/>
              <a:ext cx="526312" cy="526312"/>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name="TextBox 21" id="21"/>
              <p:cNvSpPr txBox="true"/>
              <p:nvPr/>
            </p:nvSpPr>
            <p:spPr>
              <a:xfrm>
                <a:off x="190500" y="228600"/>
                <a:ext cx="431800" cy="393700"/>
              </a:xfrm>
              <a:prstGeom prst="rect">
                <a:avLst/>
              </a:prstGeom>
            </p:spPr>
            <p:txBody>
              <a:bodyPr anchor="ctr" rtlCol="false" tIns="50800" lIns="50800" bIns="50800" rIns="50800"/>
              <a:lstStyle/>
              <a:p>
                <a:pPr algn="ctr" marL="0" indent="0" lvl="0">
                  <a:lnSpc>
                    <a:spcPts val="2266"/>
                  </a:lnSpc>
                  <a:spcBef>
                    <a:spcPct val="0"/>
                  </a:spcBef>
                </a:pPr>
              </a:p>
            </p:txBody>
          </p:sp>
        </p:grpSp>
        <p:sp>
          <p:nvSpPr>
            <p:cNvPr name="TextBox 22" id="22"/>
            <p:cNvSpPr txBox="true"/>
            <p:nvPr/>
          </p:nvSpPr>
          <p:spPr>
            <a:xfrm rot="0">
              <a:off x="832689" y="5881742"/>
              <a:ext cx="2929765" cy="931334"/>
            </a:xfrm>
            <a:prstGeom prst="rect">
              <a:avLst/>
            </a:prstGeom>
          </p:spPr>
          <p:txBody>
            <a:bodyPr anchor="t" rtlCol="false" tIns="0" lIns="0" bIns="0" rIns="0">
              <a:spAutoFit/>
            </a:bodyPr>
            <a:lstStyle/>
            <a:p>
              <a:pPr algn="l">
                <a:lnSpc>
                  <a:spcPts val="5150"/>
                </a:lnSpc>
              </a:pPr>
              <a:r>
                <a:rPr lang="en-US" sz="5000" b="true">
                  <a:solidFill>
                    <a:srgbClr val="FFFFFF"/>
                  </a:solidFill>
                  <a:latin typeface="Red Hat Display Bold"/>
                  <a:ea typeface="Red Hat Display Bold"/>
                  <a:cs typeface="Red Hat Display Bold"/>
                  <a:sym typeface="Red Hat Display Bold"/>
                </a:rPr>
                <a:t>01</a:t>
              </a:r>
            </a:p>
          </p:txBody>
        </p:sp>
        <p:sp>
          <p:nvSpPr>
            <p:cNvPr name="TextBox 23" id="23"/>
            <p:cNvSpPr txBox="true"/>
            <p:nvPr/>
          </p:nvSpPr>
          <p:spPr>
            <a:xfrm rot="0">
              <a:off x="832689" y="9747595"/>
              <a:ext cx="2929765" cy="931334"/>
            </a:xfrm>
            <a:prstGeom prst="rect">
              <a:avLst/>
            </a:prstGeom>
          </p:spPr>
          <p:txBody>
            <a:bodyPr anchor="t" rtlCol="false" tIns="0" lIns="0" bIns="0" rIns="0">
              <a:spAutoFit/>
            </a:bodyPr>
            <a:lstStyle/>
            <a:p>
              <a:pPr algn="l">
                <a:lnSpc>
                  <a:spcPts val="5150"/>
                </a:lnSpc>
              </a:pPr>
              <a:r>
                <a:rPr lang="en-US" sz="5000" b="true">
                  <a:solidFill>
                    <a:srgbClr val="FFFFFF"/>
                  </a:solidFill>
                  <a:latin typeface="Red Hat Display Bold"/>
                  <a:ea typeface="Red Hat Display Bold"/>
                  <a:cs typeface="Red Hat Display Bold"/>
                  <a:sym typeface="Red Hat Display Bold"/>
                </a:rPr>
                <a:t>02</a:t>
              </a:r>
            </a:p>
          </p:txBody>
        </p:sp>
        <p:sp>
          <p:nvSpPr>
            <p:cNvPr name="TextBox 24" id="24"/>
            <p:cNvSpPr txBox="true"/>
            <p:nvPr/>
          </p:nvSpPr>
          <p:spPr>
            <a:xfrm rot="0">
              <a:off x="832689" y="7044851"/>
              <a:ext cx="4702057" cy="1530985"/>
            </a:xfrm>
            <a:prstGeom prst="rect">
              <a:avLst/>
            </a:prstGeom>
          </p:spPr>
          <p:txBody>
            <a:bodyPr anchor="t" rtlCol="false" tIns="0" lIns="0" bIns="0" rIns="0">
              <a:spAutoFit/>
            </a:bodyPr>
            <a:lstStyle/>
            <a:p>
              <a:pPr algn="l">
                <a:lnSpc>
                  <a:spcPts val="2340"/>
                </a:lnSpc>
              </a:pPr>
              <a:r>
                <a:rPr lang="en-US" sz="1500">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a:t>
              </a:r>
            </a:p>
          </p:txBody>
        </p:sp>
        <p:sp>
          <p:nvSpPr>
            <p:cNvPr name="TextBox 25" id="25"/>
            <p:cNvSpPr txBox="true"/>
            <p:nvPr/>
          </p:nvSpPr>
          <p:spPr>
            <a:xfrm rot="0">
              <a:off x="832689" y="10910704"/>
              <a:ext cx="5027825" cy="1530985"/>
            </a:xfrm>
            <a:prstGeom prst="rect">
              <a:avLst/>
            </a:prstGeom>
          </p:spPr>
          <p:txBody>
            <a:bodyPr anchor="t" rtlCol="false" tIns="0" lIns="0" bIns="0" rIns="0">
              <a:spAutoFit/>
            </a:bodyPr>
            <a:lstStyle/>
            <a:p>
              <a:pPr algn="l">
                <a:lnSpc>
                  <a:spcPts val="2340"/>
                </a:lnSpc>
              </a:pPr>
              <a:r>
                <a:rPr lang="en-US" sz="1500">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a:t>
              </a:r>
            </a:p>
          </p:txBody>
        </p:sp>
        <p:sp>
          <p:nvSpPr>
            <p:cNvPr name="TextBox 26" id="26"/>
            <p:cNvSpPr txBox="true"/>
            <p:nvPr/>
          </p:nvSpPr>
          <p:spPr>
            <a:xfrm rot="0">
              <a:off x="832689" y="13455572"/>
              <a:ext cx="2929765" cy="931334"/>
            </a:xfrm>
            <a:prstGeom prst="rect">
              <a:avLst/>
            </a:prstGeom>
          </p:spPr>
          <p:txBody>
            <a:bodyPr anchor="t" rtlCol="false" tIns="0" lIns="0" bIns="0" rIns="0">
              <a:spAutoFit/>
            </a:bodyPr>
            <a:lstStyle/>
            <a:p>
              <a:pPr algn="l">
                <a:lnSpc>
                  <a:spcPts val="5150"/>
                </a:lnSpc>
              </a:pPr>
              <a:r>
                <a:rPr lang="en-US" sz="5000" b="true">
                  <a:solidFill>
                    <a:srgbClr val="FFFFFF"/>
                  </a:solidFill>
                  <a:latin typeface="Red Hat Display Bold"/>
                  <a:ea typeface="Red Hat Display Bold"/>
                  <a:cs typeface="Red Hat Display Bold"/>
                  <a:sym typeface="Red Hat Display Bold"/>
                </a:rPr>
                <a:t>03</a:t>
              </a:r>
            </a:p>
          </p:txBody>
        </p:sp>
        <p:sp>
          <p:nvSpPr>
            <p:cNvPr name="TextBox 27" id="27"/>
            <p:cNvSpPr txBox="true"/>
            <p:nvPr/>
          </p:nvSpPr>
          <p:spPr>
            <a:xfrm rot="0">
              <a:off x="832689" y="14618682"/>
              <a:ext cx="4793465" cy="1530985"/>
            </a:xfrm>
            <a:prstGeom prst="rect">
              <a:avLst/>
            </a:prstGeom>
          </p:spPr>
          <p:txBody>
            <a:bodyPr anchor="t" rtlCol="false" tIns="0" lIns="0" bIns="0" rIns="0">
              <a:spAutoFit/>
            </a:bodyPr>
            <a:lstStyle/>
            <a:p>
              <a:pPr algn="l">
                <a:lnSpc>
                  <a:spcPts val="2340"/>
                </a:lnSpc>
              </a:pPr>
              <a:r>
                <a:rPr lang="en-US" sz="1500">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2752387" y="2269608"/>
            <a:ext cx="12783226" cy="1177290"/>
          </a:xfrm>
          <a:prstGeom prst="rect">
            <a:avLst/>
          </a:prstGeom>
        </p:spPr>
        <p:txBody>
          <a:bodyPr anchor="t" rtlCol="false" tIns="0" lIns="0" bIns="0" rIns="0">
            <a:spAutoFit/>
          </a:bodyPr>
          <a:lstStyle/>
          <a:p>
            <a:pPr algn="ctr" marL="0" indent="0" lvl="1">
              <a:lnSpc>
                <a:spcPts val="8730"/>
              </a:lnSpc>
              <a:spcBef>
                <a:spcPct val="0"/>
              </a:spcBef>
            </a:pPr>
            <a:r>
              <a:rPr lang="en-US" sz="9000">
                <a:solidFill>
                  <a:srgbClr val="FFFFFF"/>
                </a:solidFill>
                <a:latin typeface="Archivo Black"/>
                <a:ea typeface="Archivo Black"/>
                <a:cs typeface="Archivo Black"/>
                <a:sym typeface="Archivo Black"/>
              </a:rPr>
              <a:t>Ideation Process</a:t>
            </a:r>
          </a:p>
        </p:txBody>
      </p:sp>
      <p:grpSp>
        <p:nvGrpSpPr>
          <p:cNvPr name="Group 4" id="4"/>
          <p:cNvGrpSpPr/>
          <p:nvPr/>
        </p:nvGrpSpPr>
        <p:grpSpPr>
          <a:xfrm rot="0">
            <a:off x="-886757" y="4395781"/>
            <a:ext cx="20061513" cy="4187806"/>
            <a:chOff x="0" y="0"/>
            <a:chExt cx="26748685" cy="5583741"/>
          </a:xfrm>
        </p:grpSpPr>
        <p:sp>
          <p:nvSpPr>
            <p:cNvPr name="AutoShape 5" id="5"/>
            <p:cNvSpPr/>
            <p:nvPr/>
          </p:nvSpPr>
          <p:spPr>
            <a:xfrm>
              <a:off x="0" y="334704"/>
              <a:ext cx="26748685" cy="0"/>
            </a:xfrm>
            <a:prstGeom prst="line">
              <a:avLst/>
            </a:prstGeom>
            <a:ln cap="flat" w="38100">
              <a:solidFill>
                <a:srgbClr val="F4F4ED"/>
              </a:solidFill>
              <a:prstDash val="solid"/>
              <a:headEnd type="none" len="sm" w="sm"/>
              <a:tailEnd type="none" len="sm" w="sm"/>
            </a:ln>
          </p:spPr>
        </p:sp>
        <p:grpSp>
          <p:nvGrpSpPr>
            <p:cNvPr name="Group 6" id="6"/>
            <p:cNvGrpSpPr/>
            <p:nvPr/>
          </p:nvGrpSpPr>
          <p:grpSpPr>
            <a:xfrm rot="0">
              <a:off x="9089229" y="0"/>
              <a:ext cx="669408" cy="66940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name="TextBox 8" id="8"/>
              <p:cNvSpPr txBox="true"/>
              <p:nvPr/>
            </p:nvSpPr>
            <p:spPr>
              <a:xfrm>
                <a:off x="190500" y="228600"/>
                <a:ext cx="431800" cy="393700"/>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9" id="9"/>
            <p:cNvGrpSpPr/>
            <p:nvPr/>
          </p:nvGrpSpPr>
          <p:grpSpPr>
            <a:xfrm rot="0">
              <a:off x="4151764" y="0"/>
              <a:ext cx="669408" cy="66940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p:spPr>
          </p:sp>
          <p:sp>
            <p:nvSpPr>
              <p:cNvPr name="TextBox 11" id="11"/>
              <p:cNvSpPr txBox="true"/>
              <p:nvPr/>
            </p:nvSpPr>
            <p:spPr>
              <a:xfrm>
                <a:off x="190500" y="228600"/>
                <a:ext cx="431800" cy="393700"/>
              </a:xfrm>
              <a:prstGeom prst="rect">
                <a:avLst/>
              </a:prstGeom>
            </p:spPr>
            <p:txBody>
              <a:bodyPr anchor="ctr" rtlCol="false" tIns="50800" lIns="50800" bIns="50800" rIns="50800"/>
              <a:lstStyle/>
              <a:p>
                <a:pPr algn="ctr">
                  <a:lnSpc>
                    <a:spcPts val="2266"/>
                  </a:lnSpc>
                </a:pPr>
              </a:p>
            </p:txBody>
          </p:sp>
        </p:grpSp>
        <p:grpSp>
          <p:nvGrpSpPr>
            <p:cNvPr name="Group 12" id="12"/>
            <p:cNvGrpSpPr/>
            <p:nvPr/>
          </p:nvGrpSpPr>
          <p:grpSpPr>
            <a:xfrm rot="0">
              <a:off x="14053845" y="0"/>
              <a:ext cx="669408" cy="66940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name="TextBox 14" id="14"/>
              <p:cNvSpPr txBox="true"/>
              <p:nvPr/>
            </p:nvSpPr>
            <p:spPr>
              <a:xfrm>
                <a:off x="190500" y="228600"/>
                <a:ext cx="431800" cy="393700"/>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15" id="15"/>
            <p:cNvGrpSpPr/>
            <p:nvPr/>
          </p:nvGrpSpPr>
          <p:grpSpPr>
            <a:xfrm rot="0">
              <a:off x="19043861" y="0"/>
              <a:ext cx="669408" cy="66940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name="TextBox 17" id="17"/>
              <p:cNvSpPr txBox="true"/>
              <p:nvPr/>
            </p:nvSpPr>
            <p:spPr>
              <a:xfrm>
                <a:off x="190500" y="228600"/>
                <a:ext cx="431800" cy="393700"/>
              </a:xfrm>
              <a:prstGeom prst="rect">
                <a:avLst/>
              </a:prstGeom>
            </p:spPr>
            <p:txBody>
              <a:bodyPr anchor="ctr" rtlCol="false" tIns="50800" lIns="50800" bIns="50800" rIns="50800"/>
              <a:lstStyle/>
              <a:p>
                <a:pPr algn="ctr" marL="0" indent="0" lvl="0">
                  <a:lnSpc>
                    <a:spcPts val="2266"/>
                  </a:lnSpc>
                  <a:spcBef>
                    <a:spcPct val="0"/>
                  </a:spcBef>
                </a:pPr>
              </a:p>
            </p:txBody>
          </p:sp>
        </p:grpSp>
        <p:sp>
          <p:nvSpPr>
            <p:cNvPr name="TextBox 18" id="18"/>
            <p:cNvSpPr txBox="true"/>
            <p:nvPr/>
          </p:nvSpPr>
          <p:spPr>
            <a:xfrm rot="0">
              <a:off x="4151764" y="1030769"/>
              <a:ext cx="2929765" cy="931334"/>
            </a:xfrm>
            <a:prstGeom prst="rect">
              <a:avLst/>
            </a:prstGeom>
          </p:spPr>
          <p:txBody>
            <a:bodyPr anchor="t" rtlCol="false" tIns="0" lIns="0" bIns="0" rIns="0">
              <a:spAutoFit/>
            </a:bodyPr>
            <a:lstStyle/>
            <a:p>
              <a:pPr algn="l">
                <a:lnSpc>
                  <a:spcPts val="5150"/>
                </a:lnSpc>
              </a:pPr>
              <a:r>
                <a:rPr lang="en-US" sz="5000" b="true">
                  <a:solidFill>
                    <a:srgbClr val="FFFFFF"/>
                  </a:solidFill>
                  <a:latin typeface="Red Hat Display Bold"/>
                  <a:ea typeface="Red Hat Display Bold"/>
                  <a:cs typeface="Red Hat Display Bold"/>
                  <a:sym typeface="Red Hat Display Bold"/>
                </a:rPr>
                <a:t>01</a:t>
              </a:r>
            </a:p>
          </p:txBody>
        </p:sp>
        <p:sp>
          <p:nvSpPr>
            <p:cNvPr name="TextBox 19" id="19"/>
            <p:cNvSpPr txBox="true"/>
            <p:nvPr/>
          </p:nvSpPr>
          <p:spPr>
            <a:xfrm rot="0">
              <a:off x="9113633" y="1030769"/>
              <a:ext cx="2929765" cy="931334"/>
            </a:xfrm>
            <a:prstGeom prst="rect">
              <a:avLst/>
            </a:prstGeom>
          </p:spPr>
          <p:txBody>
            <a:bodyPr anchor="t" rtlCol="false" tIns="0" lIns="0" bIns="0" rIns="0">
              <a:spAutoFit/>
            </a:bodyPr>
            <a:lstStyle/>
            <a:p>
              <a:pPr algn="l">
                <a:lnSpc>
                  <a:spcPts val="5150"/>
                </a:lnSpc>
              </a:pPr>
              <a:r>
                <a:rPr lang="en-US" sz="5000" b="true">
                  <a:solidFill>
                    <a:srgbClr val="FFFFFF"/>
                  </a:solidFill>
                  <a:latin typeface="Red Hat Display Bold"/>
                  <a:ea typeface="Red Hat Display Bold"/>
                  <a:cs typeface="Red Hat Display Bold"/>
                  <a:sym typeface="Red Hat Display Bold"/>
                </a:rPr>
                <a:t>02</a:t>
              </a:r>
            </a:p>
          </p:txBody>
        </p:sp>
        <p:sp>
          <p:nvSpPr>
            <p:cNvPr name="TextBox 20" id="20"/>
            <p:cNvSpPr txBox="true"/>
            <p:nvPr/>
          </p:nvSpPr>
          <p:spPr>
            <a:xfrm rot="0">
              <a:off x="4151764" y="2193878"/>
              <a:ext cx="3528656" cy="2318385"/>
            </a:xfrm>
            <a:prstGeom prst="rect">
              <a:avLst/>
            </a:prstGeom>
          </p:spPr>
          <p:txBody>
            <a:bodyPr anchor="t" rtlCol="false" tIns="0" lIns="0" bIns="0" rIns="0">
              <a:spAutoFit/>
            </a:bodyPr>
            <a:lstStyle/>
            <a:p>
              <a:pPr algn="l">
                <a:lnSpc>
                  <a:spcPts val="2340"/>
                </a:lnSpc>
              </a:pPr>
              <a:r>
                <a:rPr lang="en-US" sz="1500">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a:t>
              </a:r>
            </a:p>
          </p:txBody>
        </p:sp>
        <p:sp>
          <p:nvSpPr>
            <p:cNvPr name="TextBox 21" id="21"/>
            <p:cNvSpPr txBox="true"/>
            <p:nvPr/>
          </p:nvSpPr>
          <p:spPr>
            <a:xfrm rot="0">
              <a:off x="9113633" y="2193878"/>
              <a:ext cx="3643816" cy="1924685"/>
            </a:xfrm>
            <a:prstGeom prst="rect">
              <a:avLst/>
            </a:prstGeom>
          </p:spPr>
          <p:txBody>
            <a:bodyPr anchor="t" rtlCol="false" tIns="0" lIns="0" bIns="0" rIns="0">
              <a:spAutoFit/>
            </a:bodyPr>
            <a:lstStyle/>
            <a:p>
              <a:pPr algn="l">
                <a:lnSpc>
                  <a:spcPts val="2340"/>
                </a:lnSpc>
              </a:pPr>
              <a:r>
                <a:rPr lang="en-US" sz="1500">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a:t>
              </a:r>
            </a:p>
          </p:txBody>
        </p:sp>
        <p:sp>
          <p:nvSpPr>
            <p:cNvPr name="TextBox 22" id="22"/>
            <p:cNvSpPr txBox="true"/>
            <p:nvPr/>
          </p:nvSpPr>
          <p:spPr>
            <a:xfrm rot="0">
              <a:off x="14078249" y="1030769"/>
              <a:ext cx="2929765" cy="931334"/>
            </a:xfrm>
            <a:prstGeom prst="rect">
              <a:avLst/>
            </a:prstGeom>
          </p:spPr>
          <p:txBody>
            <a:bodyPr anchor="t" rtlCol="false" tIns="0" lIns="0" bIns="0" rIns="0">
              <a:spAutoFit/>
            </a:bodyPr>
            <a:lstStyle/>
            <a:p>
              <a:pPr algn="l">
                <a:lnSpc>
                  <a:spcPts val="5150"/>
                </a:lnSpc>
              </a:pPr>
              <a:r>
                <a:rPr lang="en-US" sz="5000" b="true">
                  <a:solidFill>
                    <a:srgbClr val="FFFFFF"/>
                  </a:solidFill>
                  <a:latin typeface="Red Hat Display Bold"/>
                  <a:ea typeface="Red Hat Display Bold"/>
                  <a:cs typeface="Red Hat Display Bold"/>
                  <a:sym typeface="Red Hat Display Bold"/>
                </a:rPr>
                <a:t>03</a:t>
              </a:r>
            </a:p>
          </p:txBody>
        </p:sp>
        <p:sp>
          <p:nvSpPr>
            <p:cNvPr name="TextBox 23" id="23"/>
            <p:cNvSpPr txBox="true"/>
            <p:nvPr/>
          </p:nvSpPr>
          <p:spPr>
            <a:xfrm rot="0">
              <a:off x="14078249" y="2193878"/>
              <a:ext cx="3663988" cy="1924685"/>
            </a:xfrm>
            <a:prstGeom prst="rect">
              <a:avLst/>
            </a:prstGeom>
          </p:spPr>
          <p:txBody>
            <a:bodyPr anchor="t" rtlCol="false" tIns="0" lIns="0" bIns="0" rIns="0">
              <a:spAutoFit/>
            </a:bodyPr>
            <a:lstStyle/>
            <a:p>
              <a:pPr algn="l">
                <a:lnSpc>
                  <a:spcPts val="2340"/>
                </a:lnSpc>
              </a:pPr>
              <a:r>
                <a:rPr lang="en-US" sz="1500">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a:t>
              </a:r>
            </a:p>
          </p:txBody>
        </p:sp>
        <p:sp>
          <p:nvSpPr>
            <p:cNvPr name="TextBox 24" id="24"/>
            <p:cNvSpPr txBox="true"/>
            <p:nvPr/>
          </p:nvSpPr>
          <p:spPr>
            <a:xfrm rot="0">
              <a:off x="19068264" y="1030769"/>
              <a:ext cx="2929765" cy="931334"/>
            </a:xfrm>
            <a:prstGeom prst="rect">
              <a:avLst/>
            </a:prstGeom>
          </p:spPr>
          <p:txBody>
            <a:bodyPr anchor="t" rtlCol="false" tIns="0" lIns="0" bIns="0" rIns="0">
              <a:spAutoFit/>
            </a:bodyPr>
            <a:lstStyle/>
            <a:p>
              <a:pPr algn="l">
                <a:lnSpc>
                  <a:spcPts val="5150"/>
                </a:lnSpc>
              </a:pPr>
              <a:r>
                <a:rPr lang="en-US" sz="5000" b="true">
                  <a:solidFill>
                    <a:srgbClr val="FFFFFF"/>
                  </a:solidFill>
                  <a:latin typeface="Red Hat Display Bold"/>
                  <a:ea typeface="Red Hat Display Bold"/>
                  <a:cs typeface="Red Hat Display Bold"/>
                  <a:sym typeface="Red Hat Display Bold"/>
                </a:rPr>
                <a:t>04</a:t>
              </a:r>
            </a:p>
          </p:txBody>
        </p:sp>
        <p:sp>
          <p:nvSpPr>
            <p:cNvPr name="TextBox 25" id="25"/>
            <p:cNvSpPr txBox="true"/>
            <p:nvPr/>
          </p:nvSpPr>
          <p:spPr>
            <a:xfrm rot="0">
              <a:off x="19068264" y="2193878"/>
              <a:ext cx="3528656" cy="2318385"/>
            </a:xfrm>
            <a:prstGeom prst="rect">
              <a:avLst/>
            </a:prstGeom>
          </p:spPr>
          <p:txBody>
            <a:bodyPr anchor="t" rtlCol="false" tIns="0" lIns="0" bIns="0" rIns="0">
              <a:spAutoFit/>
            </a:bodyPr>
            <a:lstStyle/>
            <a:p>
              <a:pPr algn="l">
                <a:lnSpc>
                  <a:spcPts val="2340"/>
                </a:lnSpc>
              </a:pPr>
              <a:r>
                <a:rPr lang="en-US" sz="1500">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a:t>
              </a:r>
            </a:p>
          </p:txBody>
        </p:sp>
        <p:sp>
          <p:nvSpPr>
            <p:cNvPr name="Freeform 26" id="26"/>
            <p:cNvSpPr/>
            <p:nvPr/>
          </p:nvSpPr>
          <p:spPr>
            <a:xfrm flipH="false" flipV="false" rot="0">
              <a:off x="22999515" y="4388514"/>
              <a:ext cx="1195227" cy="1195227"/>
            </a:xfrm>
            <a:custGeom>
              <a:avLst/>
              <a:gdLst/>
              <a:ahLst/>
              <a:cxnLst/>
              <a:rect r="r" b="b" t="t" l="l"/>
              <a:pathLst>
                <a:path h="1195227" w="1195227">
                  <a:moveTo>
                    <a:pt x="0" y="0"/>
                  </a:moveTo>
                  <a:lnTo>
                    <a:pt x="1195227" y="0"/>
                  </a:lnTo>
                  <a:lnTo>
                    <a:pt x="1195227" y="1195227"/>
                  </a:lnTo>
                  <a:lnTo>
                    <a:pt x="0" y="11952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6626729">
            <a:off x="11878550" y="2429250"/>
            <a:ext cx="12221289" cy="8822969"/>
          </a:xfrm>
          <a:custGeom>
            <a:avLst/>
            <a:gdLst/>
            <a:ahLst/>
            <a:cxnLst/>
            <a:rect r="r" b="b" t="t" l="l"/>
            <a:pathLst>
              <a:path h="8822969" w="12221289">
                <a:moveTo>
                  <a:pt x="0" y="0"/>
                </a:moveTo>
                <a:lnTo>
                  <a:pt x="12221289" y="0"/>
                </a:lnTo>
                <a:lnTo>
                  <a:pt x="12221289" y="8822969"/>
                </a:lnTo>
                <a:lnTo>
                  <a:pt x="0" y="8822969"/>
                </a:lnTo>
                <a:lnTo>
                  <a:pt x="0" y="0"/>
                </a:lnTo>
                <a:close/>
              </a:path>
            </a:pathLst>
          </a:custGeom>
          <a:blipFill>
            <a:blip r:embed="rId3"/>
            <a:stretch>
              <a:fillRect l="0" t="0" r="0" b="0"/>
            </a:stretch>
          </a:blipFill>
        </p:spPr>
      </p:sp>
      <p:grpSp>
        <p:nvGrpSpPr>
          <p:cNvPr name="Group 4" id="4"/>
          <p:cNvGrpSpPr/>
          <p:nvPr/>
        </p:nvGrpSpPr>
        <p:grpSpPr>
          <a:xfrm rot="0">
            <a:off x="1028700" y="1794704"/>
            <a:ext cx="13851811" cy="7064266"/>
            <a:chOff x="0" y="0"/>
            <a:chExt cx="18469082" cy="9419021"/>
          </a:xfrm>
        </p:grpSpPr>
        <p:grpSp>
          <p:nvGrpSpPr>
            <p:cNvPr name="Group 5" id="5"/>
            <p:cNvGrpSpPr/>
            <p:nvPr/>
          </p:nvGrpSpPr>
          <p:grpSpPr>
            <a:xfrm rot="0">
              <a:off x="0" y="0"/>
              <a:ext cx="18469082" cy="9419021"/>
              <a:chOff x="0" y="0"/>
              <a:chExt cx="3648214" cy="1860547"/>
            </a:xfrm>
          </p:grpSpPr>
          <p:sp>
            <p:nvSpPr>
              <p:cNvPr name="Freeform 6" id="6"/>
              <p:cNvSpPr/>
              <p:nvPr/>
            </p:nvSpPr>
            <p:spPr>
              <a:xfrm flipH="false" flipV="false" rot="0">
                <a:off x="0" y="0"/>
                <a:ext cx="3648214" cy="1860547"/>
              </a:xfrm>
              <a:custGeom>
                <a:avLst/>
                <a:gdLst/>
                <a:ahLst/>
                <a:cxnLst/>
                <a:rect r="r" b="b" t="t" l="l"/>
                <a:pathLst>
                  <a:path h="1860547" w="3648214">
                    <a:moveTo>
                      <a:pt x="11178" y="0"/>
                    </a:moveTo>
                    <a:lnTo>
                      <a:pt x="3637035" y="0"/>
                    </a:lnTo>
                    <a:cubicBezTo>
                      <a:pt x="3643209" y="0"/>
                      <a:pt x="3648214" y="5005"/>
                      <a:pt x="3648214" y="11178"/>
                    </a:cubicBezTo>
                    <a:lnTo>
                      <a:pt x="3648214" y="1849369"/>
                    </a:lnTo>
                    <a:cubicBezTo>
                      <a:pt x="3648214" y="1855543"/>
                      <a:pt x="3643209" y="1860547"/>
                      <a:pt x="3637035" y="1860547"/>
                    </a:cubicBezTo>
                    <a:lnTo>
                      <a:pt x="11178" y="1860547"/>
                    </a:lnTo>
                    <a:cubicBezTo>
                      <a:pt x="5005" y="1860547"/>
                      <a:pt x="0" y="1855543"/>
                      <a:pt x="0" y="1849369"/>
                    </a:cubicBezTo>
                    <a:lnTo>
                      <a:pt x="0" y="11178"/>
                    </a:lnTo>
                    <a:cubicBezTo>
                      <a:pt x="0" y="5005"/>
                      <a:pt x="5005" y="0"/>
                      <a:pt x="11178" y="0"/>
                    </a:cubicBezTo>
                    <a:close/>
                  </a:path>
                </a:pathLst>
              </a:custGeom>
              <a:solidFill>
                <a:srgbClr val="04001E"/>
              </a:solidFill>
              <a:ln w="38100" cap="sq">
                <a:solidFill>
                  <a:srgbClr val="E5E1DA"/>
                </a:solidFill>
                <a:prstDash val="solid"/>
                <a:miter/>
              </a:ln>
            </p:spPr>
          </p:sp>
          <p:sp>
            <p:nvSpPr>
              <p:cNvPr name="TextBox 7" id="7"/>
              <p:cNvSpPr txBox="true"/>
              <p:nvPr/>
            </p:nvSpPr>
            <p:spPr>
              <a:xfrm>
                <a:off x="0" y="-38100"/>
                <a:ext cx="3648214" cy="1898647"/>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282925" y="1141085"/>
              <a:ext cx="14095560" cy="3106420"/>
            </a:xfrm>
            <a:prstGeom prst="rect">
              <a:avLst/>
            </a:prstGeom>
          </p:spPr>
          <p:txBody>
            <a:bodyPr anchor="t" rtlCol="false" tIns="0" lIns="0" bIns="0" rIns="0">
              <a:spAutoFit/>
            </a:bodyPr>
            <a:lstStyle/>
            <a:p>
              <a:pPr algn="l">
                <a:lnSpc>
                  <a:spcPts val="8730"/>
                </a:lnSpc>
              </a:pPr>
              <a:r>
                <a:rPr lang="en-US" sz="9000">
                  <a:solidFill>
                    <a:srgbClr val="F4F4ED"/>
                  </a:solidFill>
                  <a:latin typeface="Archivo Black"/>
                  <a:ea typeface="Archivo Black"/>
                  <a:cs typeface="Archivo Black"/>
                  <a:sym typeface="Archivo Black"/>
                </a:rPr>
                <a:t>Creation Process</a:t>
              </a:r>
            </a:p>
          </p:txBody>
        </p:sp>
        <p:sp>
          <p:nvSpPr>
            <p:cNvPr name="TextBox 9" id="9"/>
            <p:cNvSpPr txBox="true"/>
            <p:nvPr/>
          </p:nvSpPr>
          <p:spPr>
            <a:xfrm rot="0">
              <a:off x="1282925" y="4506088"/>
              <a:ext cx="12752761" cy="3524250"/>
            </a:xfrm>
            <a:prstGeom prst="rect">
              <a:avLst/>
            </a:prstGeom>
          </p:spPr>
          <p:txBody>
            <a:bodyPr anchor="t" rtlCol="false" tIns="0" lIns="0" bIns="0" rIns="0">
              <a:spAutoFit/>
            </a:bodyPr>
            <a:lstStyle/>
            <a:p>
              <a:pPr algn="l" marL="0" indent="0" lvl="0">
                <a:lnSpc>
                  <a:spcPts val="2699"/>
                </a:lnSpc>
                <a:spcBef>
                  <a:spcPct val="0"/>
                </a:spcBef>
              </a:pPr>
              <a:r>
                <a:rPr lang="en-US" sz="1999" spc="119" u="non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699"/>
                </a:lnSpc>
                <a:spcBef>
                  <a:spcPct val="0"/>
                </a:spcBef>
              </a:pPr>
            </a:p>
            <a:p>
              <a:pPr algn="l" marL="0" indent="0" lvl="0">
                <a:lnSpc>
                  <a:spcPts val="2699"/>
                </a:lnSpc>
                <a:spcBef>
                  <a:spcPct val="0"/>
                </a:spcBef>
              </a:pPr>
              <a:r>
                <a:rPr lang="en-US" sz="1999" spc="119" u="none">
                  <a:solidFill>
                    <a:srgbClr val="FFFFFF"/>
                  </a:solidFill>
                  <a:latin typeface="Red Hat Display"/>
                  <a:ea typeface="Red Hat Display"/>
                  <a:cs typeface="Red Hat Display"/>
                  <a:sym typeface="Red Hat Display"/>
                </a:rPr>
                <a:t>Duis aute irure dolor in reprehenderit in voluptate velit esse cillum dolore eu fugiat nulla pariatur. Excepteur sint occaecat cupidatat non proident, sunt in culpa qui officia deserunt mollit anim id est laborum.</a:t>
              </a:r>
            </a:p>
          </p:txBody>
        </p:sp>
      </p:grpSp>
      <p:sp>
        <p:nvSpPr>
          <p:cNvPr name="Freeform 10" id="10"/>
          <p:cNvSpPr/>
          <p:nvPr/>
        </p:nvSpPr>
        <p:spPr>
          <a:xfrm flipH="false" flipV="false" rot="0">
            <a:off x="12271832" y="7270926"/>
            <a:ext cx="896420" cy="896420"/>
          </a:xfrm>
          <a:custGeom>
            <a:avLst/>
            <a:gdLst/>
            <a:ahLst/>
            <a:cxnLst/>
            <a:rect r="r" b="b" t="t" l="l"/>
            <a:pathLst>
              <a:path h="896420" w="896420">
                <a:moveTo>
                  <a:pt x="0" y="0"/>
                </a:moveTo>
                <a:lnTo>
                  <a:pt x="896421" y="0"/>
                </a:lnTo>
                <a:lnTo>
                  <a:pt x="896421" y="896421"/>
                </a:lnTo>
                <a:lnTo>
                  <a:pt x="0" y="8964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6995244" y="2496899"/>
            <a:ext cx="4297511" cy="4623849"/>
            <a:chOff x="0" y="0"/>
            <a:chExt cx="5730015" cy="6165133"/>
          </a:xfrm>
        </p:grpSpPr>
        <p:sp>
          <p:nvSpPr>
            <p:cNvPr name="Freeform 4" id="4"/>
            <p:cNvSpPr/>
            <p:nvPr/>
          </p:nvSpPr>
          <p:spPr>
            <a:xfrm flipH="false" flipV="false" rot="-7900054">
              <a:off x="402458" y="402817"/>
              <a:ext cx="1350642" cy="606561"/>
            </a:xfrm>
            <a:custGeom>
              <a:avLst/>
              <a:gdLst/>
              <a:ahLst/>
              <a:cxnLst/>
              <a:rect r="r" b="b" t="t" l="l"/>
              <a:pathLst>
                <a:path h="606561" w="1350642">
                  <a:moveTo>
                    <a:pt x="0" y="0"/>
                  </a:moveTo>
                  <a:lnTo>
                    <a:pt x="1350641" y="0"/>
                  </a:lnTo>
                  <a:lnTo>
                    <a:pt x="1350641" y="606561"/>
                  </a:lnTo>
                  <a:lnTo>
                    <a:pt x="0" y="6065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2700000">
              <a:off x="3960453" y="418109"/>
              <a:ext cx="1350642" cy="606561"/>
            </a:xfrm>
            <a:custGeom>
              <a:avLst/>
              <a:gdLst/>
              <a:ahLst/>
              <a:cxnLst/>
              <a:rect r="r" b="b" t="t" l="l"/>
              <a:pathLst>
                <a:path h="606561" w="1350642">
                  <a:moveTo>
                    <a:pt x="0" y="0"/>
                  </a:moveTo>
                  <a:lnTo>
                    <a:pt x="1350642" y="0"/>
                  </a:lnTo>
                  <a:lnTo>
                    <a:pt x="1350642" y="606561"/>
                  </a:lnTo>
                  <a:lnTo>
                    <a:pt x="0" y="6065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3209977">
              <a:off x="4029166" y="5138594"/>
              <a:ext cx="1350642" cy="606561"/>
            </a:xfrm>
            <a:custGeom>
              <a:avLst/>
              <a:gdLst/>
              <a:ahLst/>
              <a:cxnLst/>
              <a:rect r="r" b="b" t="t" l="l"/>
              <a:pathLst>
                <a:path h="606561" w="1350642">
                  <a:moveTo>
                    <a:pt x="0" y="0"/>
                  </a:moveTo>
                  <a:lnTo>
                    <a:pt x="1350642" y="0"/>
                  </a:lnTo>
                  <a:lnTo>
                    <a:pt x="1350642" y="606561"/>
                  </a:lnTo>
                  <a:lnTo>
                    <a:pt x="0" y="6065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7866361">
              <a:off x="377227" y="5106418"/>
              <a:ext cx="1350642" cy="606561"/>
            </a:xfrm>
            <a:custGeom>
              <a:avLst/>
              <a:gdLst/>
              <a:ahLst/>
              <a:cxnLst/>
              <a:rect r="r" b="b" t="t" l="l"/>
              <a:pathLst>
                <a:path h="606561" w="1350642">
                  <a:moveTo>
                    <a:pt x="0" y="0"/>
                  </a:moveTo>
                  <a:lnTo>
                    <a:pt x="1350642" y="0"/>
                  </a:lnTo>
                  <a:lnTo>
                    <a:pt x="1350642" y="606561"/>
                  </a:lnTo>
                  <a:lnTo>
                    <a:pt x="0" y="6065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0" y="1755448"/>
              <a:ext cx="5730015" cy="2765849"/>
            </a:xfrm>
            <a:prstGeom prst="rect">
              <a:avLst/>
            </a:prstGeom>
          </p:spPr>
          <p:txBody>
            <a:bodyPr anchor="t" rtlCol="false" tIns="0" lIns="0" bIns="0" rIns="0">
              <a:spAutoFit/>
            </a:bodyPr>
            <a:lstStyle/>
            <a:p>
              <a:pPr algn="ctr" marL="0" indent="0" lvl="1">
                <a:lnSpc>
                  <a:spcPts val="7760"/>
                </a:lnSpc>
                <a:spcBef>
                  <a:spcPct val="0"/>
                </a:spcBef>
              </a:pPr>
              <a:r>
                <a:rPr lang="en-US" sz="8000">
                  <a:solidFill>
                    <a:srgbClr val="FFFFFF"/>
                  </a:solidFill>
                  <a:latin typeface="Archivo Black"/>
                  <a:ea typeface="Archivo Black"/>
                  <a:cs typeface="Archivo Black"/>
                  <a:sym typeface="Archivo Black"/>
                </a:rPr>
                <a:t>Mind Map</a:t>
              </a:r>
            </a:p>
          </p:txBody>
        </p:sp>
      </p:grpSp>
      <p:sp>
        <p:nvSpPr>
          <p:cNvPr name="Freeform 9" id="9"/>
          <p:cNvSpPr/>
          <p:nvPr/>
        </p:nvSpPr>
        <p:spPr>
          <a:xfrm flipH="true" flipV="false" rot="6626729">
            <a:off x="9456655" y="6667261"/>
            <a:ext cx="12221289" cy="8822969"/>
          </a:xfrm>
          <a:custGeom>
            <a:avLst/>
            <a:gdLst/>
            <a:ahLst/>
            <a:cxnLst/>
            <a:rect r="r" b="b" t="t" l="l"/>
            <a:pathLst>
              <a:path h="8822969" w="12221289">
                <a:moveTo>
                  <a:pt x="12221289" y="0"/>
                </a:moveTo>
                <a:lnTo>
                  <a:pt x="0" y="0"/>
                </a:lnTo>
                <a:lnTo>
                  <a:pt x="0" y="8822969"/>
                </a:lnTo>
                <a:lnTo>
                  <a:pt x="12221289" y="8822969"/>
                </a:lnTo>
                <a:lnTo>
                  <a:pt x="12221289" y="0"/>
                </a:lnTo>
                <a:close/>
              </a:path>
            </a:pathLst>
          </a:custGeom>
          <a:blipFill>
            <a:blip r:embed="rId5"/>
            <a:stretch>
              <a:fillRect l="0" t="0" r="0" b="0"/>
            </a:stretch>
          </a:blipFill>
        </p:spPr>
      </p:sp>
      <p:grpSp>
        <p:nvGrpSpPr>
          <p:cNvPr name="Group 10" id="10"/>
          <p:cNvGrpSpPr/>
          <p:nvPr/>
        </p:nvGrpSpPr>
        <p:grpSpPr>
          <a:xfrm rot="0">
            <a:off x="1028700" y="1025292"/>
            <a:ext cx="16230600" cy="8236416"/>
            <a:chOff x="0" y="0"/>
            <a:chExt cx="21640800" cy="10981888"/>
          </a:xfrm>
        </p:grpSpPr>
        <p:grpSp>
          <p:nvGrpSpPr>
            <p:cNvPr name="Group 11" id="11"/>
            <p:cNvGrpSpPr/>
            <p:nvPr/>
          </p:nvGrpSpPr>
          <p:grpSpPr>
            <a:xfrm rot="0">
              <a:off x="0" y="4544"/>
              <a:ext cx="7449652" cy="3550563"/>
              <a:chOff x="0" y="0"/>
              <a:chExt cx="2065940" cy="984643"/>
            </a:xfrm>
          </p:grpSpPr>
          <p:sp>
            <p:nvSpPr>
              <p:cNvPr name="Freeform 12" id="12"/>
              <p:cNvSpPr/>
              <p:nvPr/>
            </p:nvSpPr>
            <p:spPr>
              <a:xfrm flipH="false" flipV="false" rot="0">
                <a:off x="0" y="0"/>
                <a:ext cx="2065940" cy="984643"/>
              </a:xfrm>
              <a:custGeom>
                <a:avLst/>
                <a:gdLst/>
                <a:ahLst/>
                <a:cxnLst/>
                <a:rect r="r" b="b" t="t" l="l"/>
                <a:pathLst>
                  <a:path h="984643" w="2065940">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name="TextBox 13" id="13"/>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0" y="3715663"/>
              <a:ext cx="7449652" cy="3550563"/>
              <a:chOff x="0" y="0"/>
              <a:chExt cx="2065940" cy="984643"/>
            </a:xfrm>
          </p:grpSpPr>
          <p:sp>
            <p:nvSpPr>
              <p:cNvPr name="Freeform 15" id="15"/>
              <p:cNvSpPr/>
              <p:nvPr/>
            </p:nvSpPr>
            <p:spPr>
              <a:xfrm flipH="false" flipV="false" rot="0">
                <a:off x="0" y="0"/>
                <a:ext cx="2065940" cy="984643"/>
              </a:xfrm>
              <a:custGeom>
                <a:avLst/>
                <a:gdLst/>
                <a:ahLst/>
                <a:cxnLst/>
                <a:rect r="r" b="b" t="t" l="l"/>
                <a:pathLst>
                  <a:path h="984643" w="2065940">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name="TextBox 16" id="16"/>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7" id="17"/>
            <p:cNvGrpSpPr/>
            <p:nvPr/>
          </p:nvGrpSpPr>
          <p:grpSpPr>
            <a:xfrm rot="0">
              <a:off x="0" y="7431325"/>
              <a:ext cx="7449652" cy="3550563"/>
              <a:chOff x="0" y="0"/>
              <a:chExt cx="2065940" cy="984643"/>
            </a:xfrm>
          </p:grpSpPr>
          <p:sp>
            <p:nvSpPr>
              <p:cNvPr name="Freeform 18" id="18"/>
              <p:cNvSpPr/>
              <p:nvPr/>
            </p:nvSpPr>
            <p:spPr>
              <a:xfrm flipH="false" flipV="false" rot="0">
                <a:off x="0" y="0"/>
                <a:ext cx="2065940" cy="984643"/>
              </a:xfrm>
              <a:custGeom>
                <a:avLst/>
                <a:gdLst/>
                <a:ahLst/>
                <a:cxnLst/>
                <a:rect r="r" b="b" t="t" l="l"/>
                <a:pathLst>
                  <a:path h="984643" w="2065940">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name="TextBox 19" id="19"/>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0" id="20"/>
            <p:cNvSpPr txBox="true"/>
            <p:nvPr/>
          </p:nvSpPr>
          <p:spPr>
            <a:xfrm rot="0">
              <a:off x="3310889" y="662394"/>
              <a:ext cx="3755503" cy="2196762"/>
            </a:xfrm>
            <a:prstGeom prst="rect">
              <a:avLst/>
            </a:prstGeom>
          </p:spPr>
          <p:txBody>
            <a:bodyPr anchor="t" rtlCol="false" tIns="0" lIns="0" bIns="0" rIns="0">
              <a:spAutoFit/>
            </a:bodyPr>
            <a:lstStyle/>
            <a:p>
              <a:pPr algn="l" marL="0" indent="0" lvl="0">
                <a:lnSpc>
                  <a:spcPts val="1936"/>
                </a:lnSpc>
              </a:pPr>
              <a:r>
                <a:rPr lang="en-US" sz="1299" strike="noStrike" u="non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21" id="21"/>
            <p:cNvSpPr txBox="true"/>
            <p:nvPr/>
          </p:nvSpPr>
          <p:spPr>
            <a:xfrm rot="0">
              <a:off x="3310889" y="4373513"/>
              <a:ext cx="3755503" cy="2196762"/>
            </a:xfrm>
            <a:prstGeom prst="rect">
              <a:avLst/>
            </a:prstGeom>
          </p:spPr>
          <p:txBody>
            <a:bodyPr anchor="t" rtlCol="false" tIns="0" lIns="0" bIns="0" rIns="0">
              <a:spAutoFit/>
            </a:bodyPr>
            <a:lstStyle/>
            <a:p>
              <a:pPr algn="l" marL="0" indent="0" lvl="0">
                <a:lnSpc>
                  <a:spcPts val="1936"/>
                </a:lnSpc>
              </a:pPr>
              <a:r>
                <a:rPr lang="en-US" sz="1299" strike="noStrike" u="non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22" id="22"/>
            <p:cNvSpPr txBox="true"/>
            <p:nvPr/>
          </p:nvSpPr>
          <p:spPr>
            <a:xfrm rot="0">
              <a:off x="3310889" y="8089176"/>
              <a:ext cx="3755503" cy="2196762"/>
            </a:xfrm>
            <a:prstGeom prst="rect">
              <a:avLst/>
            </a:prstGeom>
          </p:spPr>
          <p:txBody>
            <a:bodyPr anchor="t" rtlCol="false" tIns="0" lIns="0" bIns="0" rIns="0">
              <a:spAutoFit/>
            </a:bodyPr>
            <a:lstStyle/>
            <a:p>
              <a:pPr algn="l" marL="0" indent="0" lvl="0">
                <a:lnSpc>
                  <a:spcPts val="1936"/>
                </a:lnSpc>
              </a:pPr>
              <a:r>
                <a:rPr lang="en-US" sz="1299" strike="noStrike" u="non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23" id="23"/>
            <p:cNvSpPr txBox="true"/>
            <p:nvPr/>
          </p:nvSpPr>
          <p:spPr>
            <a:xfrm rot="0">
              <a:off x="506537" y="471565"/>
              <a:ext cx="2112169" cy="2406970"/>
            </a:xfrm>
            <a:prstGeom prst="rect">
              <a:avLst/>
            </a:prstGeom>
          </p:spPr>
          <p:txBody>
            <a:bodyPr anchor="t" rtlCol="false" tIns="0" lIns="0" bIns="0" rIns="0">
              <a:spAutoFit/>
            </a:bodyPr>
            <a:lstStyle/>
            <a:p>
              <a:pPr algn="ctr">
                <a:lnSpc>
                  <a:spcPts val="15211"/>
                </a:lnSpc>
                <a:spcBef>
                  <a:spcPct val="0"/>
                </a:spcBef>
              </a:pPr>
              <a:r>
                <a:rPr lang="en-US" sz="10865">
                  <a:solidFill>
                    <a:srgbClr val="FFFFFF"/>
                  </a:solidFill>
                  <a:latin typeface="Red Hat Display"/>
                  <a:ea typeface="Red Hat Display"/>
                  <a:cs typeface="Red Hat Display"/>
                  <a:sym typeface="Red Hat Display"/>
                </a:rPr>
                <a:t>01.</a:t>
              </a:r>
            </a:p>
          </p:txBody>
        </p:sp>
        <p:sp>
          <p:nvSpPr>
            <p:cNvPr name="TextBox 24" id="24"/>
            <p:cNvSpPr txBox="true"/>
            <p:nvPr/>
          </p:nvSpPr>
          <p:spPr>
            <a:xfrm rot="0">
              <a:off x="506537" y="4182684"/>
              <a:ext cx="2577703" cy="2406970"/>
            </a:xfrm>
            <a:prstGeom prst="rect">
              <a:avLst/>
            </a:prstGeom>
          </p:spPr>
          <p:txBody>
            <a:bodyPr anchor="t" rtlCol="false" tIns="0" lIns="0" bIns="0" rIns="0">
              <a:spAutoFit/>
            </a:bodyPr>
            <a:lstStyle/>
            <a:p>
              <a:pPr algn="ctr">
                <a:lnSpc>
                  <a:spcPts val="15211"/>
                </a:lnSpc>
                <a:spcBef>
                  <a:spcPct val="0"/>
                </a:spcBef>
              </a:pPr>
              <a:r>
                <a:rPr lang="en-US" sz="10865">
                  <a:solidFill>
                    <a:srgbClr val="FFFFFF"/>
                  </a:solidFill>
                  <a:latin typeface="Red Hat Display"/>
                  <a:ea typeface="Red Hat Display"/>
                  <a:cs typeface="Red Hat Display"/>
                  <a:sym typeface="Red Hat Display"/>
                </a:rPr>
                <a:t>02.</a:t>
              </a:r>
            </a:p>
          </p:txBody>
        </p:sp>
        <p:sp>
          <p:nvSpPr>
            <p:cNvPr name="TextBox 25" id="25"/>
            <p:cNvSpPr txBox="true"/>
            <p:nvPr/>
          </p:nvSpPr>
          <p:spPr>
            <a:xfrm rot="0">
              <a:off x="506537" y="7898347"/>
              <a:ext cx="2651323" cy="2406970"/>
            </a:xfrm>
            <a:prstGeom prst="rect">
              <a:avLst/>
            </a:prstGeom>
          </p:spPr>
          <p:txBody>
            <a:bodyPr anchor="t" rtlCol="false" tIns="0" lIns="0" bIns="0" rIns="0">
              <a:spAutoFit/>
            </a:bodyPr>
            <a:lstStyle/>
            <a:p>
              <a:pPr algn="ctr">
                <a:lnSpc>
                  <a:spcPts val="15211"/>
                </a:lnSpc>
                <a:spcBef>
                  <a:spcPct val="0"/>
                </a:spcBef>
              </a:pPr>
              <a:r>
                <a:rPr lang="en-US" sz="10865">
                  <a:solidFill>
                    <a:srgbClr val="FFFFFF"/>
                  </a:solidFill>
                  <a:latin typeface="Red Hat Display"/>
                  <a:ea typeface="Red Hat Display"/>
                  <a:cs typeface="Red Hat Display"/>
                  <a:sym typeface="Red Hat Display"/>
                </a:rPr>
                <a:t>03.</a:t>
              </a:r>
            </a:p>
          </p:txBody>
        </p:sp>
        <p:grpSp>
          <p:nvGrpSpPr>
            <p:cNvPr name="Group 26" id="26"/>
            <p:cNvGrpSpPr/>
            <p:nvPr/>
          </p:nvGrpSpPr>
          <p:grpSpPr>
            <a:xfrm rot="0">
              <a:off x="14191148" y="0"/>
              <a:ext cx="7449652" cy="3550563"/>
              <a:chOff x="0" y="0"/>
              <a:chExt cx="2065940" cy="984643"/>
            </a:xfrm>
          </p:grpSpPr>
          <p:sp>
            <p:nvSpPr>
              <p:cNvPr name="Freeform 27" id="27"/>
              <p:cNvSpPr/>
              <p:nvPr/>
            </p:nvSpPr>
            <p:spPr>
              <a:xfrm flipH="false" flipV="false" rot="0">
                <a:off x="0" y="0"/>
                <a:ext cx="2065940" cy="984643"/>
              </a:xfrm>
              <a:custGeom>
                <a:avLst/>
                <a:gdLst/>
                <a:ahLst/>
                <a:cxnLst/>
                <a:rect r="r" b="b" t="t" l="l"/>
                <a:pathLst>
                  <a:path h="984643" w="2065940">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name="TextBox 28" id="28"/>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9" id="29"/>
            <p:cNvGrpSpPr/>
            <p:nvPr/>
          </p:nvGrpSpPr>
          <p:grpSpPr>
            <a:xfrm rot="0">
              <a:off x="14191148" y="3711119"/>
              <a:ext cx="7449652" cy="3550563"/>
              <a:chOff x="0" y="0"/>
              <a:chExt cx="2065940" cy="984643"/>
            </a:xfrm>
          </p:grpSpPr>
          <p:sp>
            <p:nvSpPr>
              <p:cNvPr name="Freeform 30" id="30"/>
              <p:cNvSpPr/>
              <p:nvPr/>
            </p:nvSpPr>
            <p:spPr>
              <a:xfrm flipH="false" flipV="false" rot="0">
                <a:off x="0" y="0"/>
                <a:ext cx="2065940" cy="984643"/>
              </a:xfrm>
              <a:custGeom>
                <a:avLst/>
                <a:gdLst/>
                <a:ahLst/>
                <a:cxnLst/>
                <a:rect r="r" b="b" t="t" l="l"/>
                <a:pathLst>
                  <a:path h="984643" w="2065940">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name="TextBox 31" id="31"/>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2" id="32"/>
            <p:cNvGrpSpPr/>
            <p:nvPr/>
          </p:nvGrpSpPr>
          <p:grpSpPr>
            <a:xfrm rot="0">
              <a:off x="14191148" y="7426781"/>
              <a:ext cx="7449652" cy="3550563"/>
              <a:chOff x="0" y="0"/>
              <a:chExt cx="2065940" cy="984643"/>
            </a:xfrm>
          </p:grpSpPr>
          <p:sp>
            <p:nvSpPr>
              <p:cNvPr name="Freeform 33" id="33"/>
              <p:cNvSpPr/>
              <p:nvPr/>
            </p:nvSpPr>
            <p:spPr>
              <a:xfrm flipH="false" flipV="false" rot="0">
                <a:off x="0" y="0"/>
                <a:ext cx="2065940" cy="984643"/>
              </a:xfrm>
              <a:custGeom>
                <a:avLst/>
                <a:gdLst/>
                <a:ahLst/>
                <a:cxnLst/>
                <a:rect r="r" b="b" t="t" l="l"/>
                <a:pathLst>
                  <a:path h="984643" w="2065940">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name="TextBox 34" id="34"/>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5" id="35"/>
            <p:cNvSpPr txBox="true"/>
            <p:nvPr/>
          </p:nvSpPr>
          <p:spPr>
            <a:xfrm rot="0">
              <a:off x="17507048" y="657850"/>
              <a:ext cx="3755503" cy="2196762"/>
            </a:xfrm>
            <a:prstGeom prst="rect">
              <a:avLst/>
            </a:prstGeom>
          </p:spPr>
          <p:txBody>
            <a:bodyPr anchor="t" rtlCol="false" tIns="0" lIns="0" bIns="0" rIns="0">
              <a:spAutoFit/>
            </a:bodyPr>
            <a:lstStyle/>
            <a:p>
              <a:pPr algn="l" marL="0" indent="0" lvl="0">
                <a:lnSpc>
                  <a:spcPts val="1936"/>
                </a:lnSpc>
                <a:spcBef>
                  <a:spcPct val="0"/>
                </a:spcBef>
              </a:pPr>
              <a:r>
                <a:rPr lang="en-US" sz="1299" strike="noStrike" u="non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36" id="36"/>
            <p:cNvSpPr txBox="true"/>
            <p:nvPr/>
          </p:nvSpPr>
          <p:spPr>
            <a:xfrm rot="0">
              <a:off x="17507048" y="4368969"/>
              <a:ext cx="3755503" cy="2196762"/>
            </a:xfrm>
            <a:prstGeom prst="rect">
              <a:avLst/>
            </a:prstGeom>
          </p:spPr>
          <p:txBody>
            <a:bodyPr anchor="t" rtlCol="false" tIns="0" lIns="0" bIns="0" rIns="0">
              <a:spAutoFit/>
            </a:bodyPr>
            <a:lstStyle/>
            <a:p>
              <a:pPr algn="l" marL="0" indent="0" lvl="0">
                <a:lnSpc>
                  <a:spcPts val="1936"/>
                </a:lnSpc>
                <a:spcBef>
                  <a:spcPct val="0"/>
                </a:spcBef>
              </a:pPr>
              <a:r>
                <a:rPr lang="en-US" sz="1299" strike="noStrike" u="non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37" id="37"/>
            <p:cNvSpPr txBox="true"/>
            <p:nvPr/>
          </p:nvSpPr>
          <p:spPr>
            <a:xfrm rot="0">
              <a:off x="17507048" y="8084632"/>
              <a:ext cx="3755503" cy="2196762"/>
            </a:xfrm>
            <a:prstGeom prst="rect">
              <a:avLst/>
            </a:prstGeom>
          </p:spPr>
          <p:txBody>
            <a:bodyPr anchor="t" rtlCol="false" tIns="0" lIns="0" bIns="0" rIns="0">
              <a:spAutoFit/>
            </a:bodyPr>
            <a:lstStyle/>
            <a:p>
              <a:pPr algn="l" marL="0" indent="0" lvl="0">
                <a:lnSpc>
                  <a:spcPts val="1936"/>
                </a:lnSpc>
                <a:spcBef>
                  <a:spcPct val="0"/>
                </a:spcBef>
              </a:pPr>
              <a:r>
                <a:rPr lang="en-US" sz="1299" strike="noStrike" u="non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38" id="38"/>
            <p:cNvSpPr txBox="true"/>
            <p:nvPr/>
          </p:nvSpPr>
          <p:spPr>
            <a:xfrm rot="0">
              <a:off x="14650608" y="461254"/>
              <a:ext cx="2728119" cy="2418504"/>
            </a:xfrm>
            <a:prstGeom prst="rect">
              <a:avLst/>
            </a:prstGeom>
          </p:spPr>
          <p:txBody>
            <a:bodyPr anchor="t" rtlCol="false" tIns="0" lIns="0" bIns="0" rIns="0">
              <a:spAutoFit/>
            </a:bodyPr>
            <a:lstStyle/>
            <a:p>
              <a:pPr algn="ctr">
                <a:lnSpc>
                  <a:spcPts val="15259"/>
                </a:lnSpc>
                <a:spcBef>
                  <a:spcPct val="0"/>
                </a:spcBef>
              </a:pPr>
              <a:r>
                <a:rPr lang="en-US" sz="10899">
                  <a:solidFill>
                    <a:srgbClr val="FFFFFF"/>
                  </a:solidFill>
                  <a:latin typeface="Red Hat Display"/>
                  <a:ea typeface="Red Hat Display"/>
                  <a:cs typeface="Red Hat Display"/>
                  <a:sym typeface="Red Hat Display"/>
                </a:rPr>
                <a:t>04.</a:t>
              </a:r>
            </a:p>
          </p:txBody>
        </p:sp>
        <p:sp>
          <p:nvSpPr>
            <p:cNvPr name="TextBox 39" id="39"/>
            <p:cNvSpPr txBox="true"/>
            <p:nvPr/>
          </p:nvSpPr>
          <p:spPr>
            <a:xfrm rot="0">
              <a:off x="14650608" y="4172373"/>
              <a:ext cx="2633861" cy="2418504"/>
            </a:xfrm>
            <a:prstGeom prst="rect">
              <a:avLst/>
            </a:prstGeom>
          </p:spPr>
          <p:txBody>
            <a:bodyPr anchor="t" rtlCol="false" tIns="0" lIns="0" bIns="0" rIns="0">
              <a:spAutoFit/>
            </a:bodyPr>
            <a:lstStyle/>
            <a:p>
              <a:pPr algn="ctr">
                <a:lnSpc>
                  <a:spcPts val="15259"/>
                </a:lnSpc>
                <a:spcBef>
                  <a:spcPct val="0"/>
                </a:spcBef>
              </a:pPr>
              <a:r>
                <a:rPr lang="en-US" sz="10899">
                  <a:solidFill>
                    <a:srgbClr val="FFFFFF"/>
                  </a:solidFill>
                  <a:latin typeface="Red Hat Display"/>
                  <a:ea typeface="Red Hat Display"/>
                  <a:cs typeface="Red Hat Display"/>
                  <a:sym typeface="Red Hat Display"/>
                </a:rPr>
                <a:t>05.</a:t>
              </a:r>
            </a:p>
          </p:txBody>
        </p:sp>
        <p:sp>
          <p:nvSpPr>
            <p:cNvPr name="TextBox 40" id="40"/>
            <p:cNvSpPr txBox="true"/>
            <p:nvPr/>
          </p:nvSpPr>
          <p:spPr>
            <a:xfrm rot="0">
              <a:off x="14650608" y="7888036"/>
              <a:ext cx="2715022" cy="2418504"/>
            </a:xfrm>
            <a:prstGeom prst="rect">
              <a:avLst/>
            </a:prstGeom>
          </p:spPr>
          <p:txBody>
            <a:bodyPr anchor="t" rtlCol="false" tIns="0" lIns="0" bIns="0" rIns="0">
              <a:spAutoFit/>
            </a:bodyPr>
            <a:lstStyle/>
            <a:p>
              <a:pPr algn="ctr">
                <a:lnSpc>
                  <a:spcPts val="15259"/>
                </a:lnSpc>
                <a:spcBef>
                  <a:spcPct val="0"/>
                </a:spcBef>
              </a:pPr>
              <a:r>
                <a:rPr lang="en-US" sz="10899">
                  <a:solidFill>
                    <a:srgbClr val="FFFFFF"/>
                  </a:solidFill>
                  <a:latin typeface="Red Hat Display"/>
                  <a:ea typeface="Red Hat Display"/>
                  <a:cs typeface="Red Hat Display"/>
                  <a:sym typeface="Red Hat Display"/>
                </a:rPr>
                <a:t>06.</a:t>
              </a:r>
            </a:p>
          </p:txBody>
        </p:sp>
      </p:grpSp>
      <p:sp>
        <p:nvSpPr>
          <p:cNvPr name="Freeform 41" id="41"/>
          <p:cNvSpPr/>
          <p:nvPr/>
        </p:nvSpPr>
        <p:spPr>
          <a:xfrm flipH="false" flipV="false" rot="0">
            <a:off x="10547408" y="7858776"/>
            <a:ext cx="896420" cy="896420"/>
          </a:xfrm>
          <a:custGeom>
            <a:avLst/>
            <a:gdLst/>
            <a:ahLst/>
            <a:cxnLst/>
            <a:rect r="r" b="b" t="t" l="l"/>
            <a:pathLst>
              <a:path h="896420" w="896420">
                <a:moveTo>
                  <a:pt x="0" y="0"/>
                </a:moveTo>
                <a:lnTo>
                  <a:pt x="896421" y="0"/>
                </a:lnTo>
                <a:lnTo>
                  <a:pt x="896421" y="896421"/>
                </a:lnTo>
                <a:lnTo>
                  <a:pt x="0" y="896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6626729">
            <a:off x="-5081945" y="-526518"/>
            <a:ext cx="12221289" cy="8822969"/>
          </a:xfrm>
          <a:custGeom>
            <a:avLst/>
            <a:gdLst/>
            <a:ahLst/>
            <a:cxnLst/>
            <a:rect r="r" b="b" t="t" l="l"/>
            <a:pathLst>
              <a:path h="8822969" w="12221289">
                <a:moveTo>
                  <a:pt x="12221290" y="0"/>
                </a:moveTo>
                <a:lnTo>
                  <a:pt x="0" y="0"/>
                </a:lnTo>
                <a:lnTo>
                  <a:pt x="0" y="8822969"/>
                </a:lnTo>
                <a:lnTo>
                  <a:pt x="12221290" y="8822969"/>
                </a:lnTo>
                <a:lnTo>
                  <a:pt x="12221290" y="0"/>
                </a:lnTo>
                <a:close/>
              </a:path>
            </a:pathLst>
          </a:custGeom>
          <a:blipFill>
            <a:blip r:embed="rId3"/>
            <a:stretch>
              <a:fillRect l="0" t="0" r="0" b="0"/>
            </a:stretch>
          </a:blipFill>
        </p:spPr>
      </p:sp>
      <p:grpSp>
        <p:nvGrpSpPr>
          <p:cNvPr name="Group 4" id="4"/>
          <p:cNvGrpSpPr/>
          <p:nvPr/>
        </p:nvGrpSpPr>
        <p:grpSpPr>
          <a:xfrm rot="0">
            <a:off x="1248037" y="1166686"/>
            <a:ext cx="14436172" cy="7668096"/>
            <a:chOff x="0" y="0"/>
            <a:chExt cx="19248229" cy="10224128"/>
          </a:xfrm>
        </p:grpSpPr>
        <p:grpSp>
          <p:nvGrpSpPr>
            <p:cNvPr name="Group 5" id="5"/>
            <p:cNvGrpSpPr/>
            <p:nvPr/>
          </p:nvGrpSpPr>
          <p:grpSpPr>
            <a:xfrm rot="0">
              <a:off x="0" y="0"/>
              <a:ext cx="9061375" cy="4745688"/>
              <a:chOff x="0" y="0"/>
              <a:chExt cx="1414679" cy="740906"/>
            </a:xfrm>
          </p:grpSpPr>
          <p:sp>
            <p:nvSpPr>
              <p:cNvPr name="Freeform 6" id="6"/>
              <p:cNvSpPr/>
              <p:nvPr/>
            </p:nvSpPr>
            <p:spPr>
              <a:xfrm flipH="false" flipV="false" rot="0">
                <a:off x="0" y="0"/>
                <a:ext cx="1414679" cy="740906"/>
              </a:xfrm>
              <a:custGeom>
                <a:avLst/>
                <a:gdLst/>
                <a:ahLst/>
                <a:cxnLst/>
                <a:rect r="r" b="b" t="t" l="l"/>
                <a:pathLst>
                  <a:path h="740906" w="1414679">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name="TextBox 7" id="7"/>
              <p:cNvSpPr txBox="true"/>
              <p:nvPr/>
            </p:nvSpPr>
            <p:spPr>
              <a:xfrm>
                <a:off x="0" y="-38100"/>
                <a:ext cx="1414679" cy="77900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0" y="5478440"/>
              <a:ext cx="9061375" cy="4745688"/>
              <a:chOff x="0" y="0"/>
              <a:chExt cx="1414679" cy="740906"/>
            </a:xfrm>
          </p:grpSpPr>
          <p:sp>
            <p:nvSpPr>
              <p:cNvPr name="Freeform 9" id="9"/>
              <p:cNvSpPr/>
              <p:nvPr/>
            </p:nvSpPr>
            <p:spPr>
              <a:xfrm flipH="false" flipV="false" rot="0">
                <a:off x="0" y="0"/>
                <a:ext cx="1414679" cy="740906"/>
              </a:xfrm>
              <a:custGeom>
                <a:avLst/>
                <a:gdLst/>
                <a:ahLst/>
                <a:cxnLst/>
                <a:rect r="r" b="b" t="t" l="l"/>
                <a:pathLst>
                  <a:path h="740906" w="1414679">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name="TextBox 10" id="10"/>
              <p:cNvSpPr txBox="true"/>
              <p:nvPr/>
            </p:nvSpPr>
            <p:spPr>
              <a:xfrm>
                <a:off x="0" y="-38100"/>
                <a:ext cx="1414679" cy="77900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10186854" y="0"/>
              <a:ext cx="9061375" cy="4745688"/>
              <a:chOff x="0" y="0"/>
              <a:chExt cx="1414679" cy="740906"/>
            </a:xfrm>
          </p:grpSpPr>
          <p:sp>
            <p:nvSpPr>
              <p:cNvPr name="Freeform 12" id="12"/>
              <p:cNvSpPr/>
              <p:nvPr/>
            </p:nvSpPr>
            <p:spPr>
              <a:xfrm flipH="false" flipV="false" rot="0">
                <a:off x="0" y="0"/>
                <a:ext cx="1414679" cy="740906"/>
              </a:xfrm>
              <a:custGeom>
                <a:avLst/>
                <a:gdLst/>
                <a:ahLst/>
                <a:cxnLst/>
                <a:rect r="r" b="b" t="t" l="l"/>
                <a:pathLst>
                  <a:path h="740906" w="1414679">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name="TextBox 13" id="13"/>
              <p:cNvSpPr txBox="true"/>
              <p:nvPr/>
            </p:nvSpPr>
            <p:spPr>
              <a:xfrm>
                <a:off x="0" y="-38100"/>
                <a:ext cx="1414679" cy="77900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10186854" y="5478440"/>
              <a:ext cx="9061375" cy="4745688"/>
              <a:chOff x="0" y="0"/>
              <a:chExt cx="1414679" cy="740906"/>
            </a:xfrm>
          </p:grpSpPr>
          <p:sp>
            <p:nvSpPr>
              <p:cNvPr name="Freeform 15" id="15"/>
              <p:cNvSpPr/>
              <p:nvPr/>
            </p:nvSpPr>
            <p:spPr>
              <a:xfrm flipH="false" flipV="false" rot="0">
                <a:off x="0" y="0"/>
                <a:ext cx="1414679" cy="740906"/>
              </a:xfrm>
              <a:custGeom>
                <a:avLst/>
                <a:gdLst/>
                <a:ahLst/>
                <a:cxnLst/>
                <a:rect r="r" b="b" t="t" l="l"/>
                <a:pathLst>
                  <a:path h="740906" w="1414679">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name="TextBox 16" id="16"/>
              <p:cNvSpPr txBox="true"/>
              <p:nvPr/>
            </p:nvSpPr>
            <p:spPr>
              <a:xfrm>
                <a:off x="0" y="-38100"/>
                <a:ext cx="1414679" cy="77900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7" id="17"/>
            <p:cNvGrpSpPr/>
            <p:nvPr/>
          </p:nvGrpSpPr>
          <p:grpSpPr>
            <a:xfrm rot="0">
              <a:off x="0" y="0"/>
              <a:ext cx="9061375" cy="891648"/>
              <a:chOff x="0" y="0"/>
              <a:chExt cx="1414679" cy="139206"/>
            </a:xfrm>
          </p:grpSpPr>
          <p:sp>
            <p:nvSpPr>
              <p:cNvPr name="Freeform 18" id="18"/>
              <p:cNvSpPr/>
              <p:nvPr/>
            </p:nvSpPr>
            <p:spPr>
              <a:xfrm flipH="false" flipV="false" rot="0">
                <a:off x="0" y="0"/>
                <a:ext cx="1414679" cy="139206"/>
              </a:xfrm>
              <a:custGeom>
                <a:avLst/>
                <a:gdLst/>
                <a:ahLst/>
                <a:cxnLst/>
                <a:rect r="r" b="b" t="t" l="l"/>
                <a:pathLst>
                  <a:path h="139206" w="1414679">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name="TextBox 19" id="19"/>
              <p:cNvSpPr txBox="true"/>
              <p:nvPr/>
            </p:nvSpPr>
            <p:spPr>
              <a:xfrm>
                <a:off x="0" y="-38100"/>
                <a:ext cx="1414679" cy="177306"/>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0" y="5478440"/>
              <a:ext cx="9061375" cy="891648"/>
              <a:chOff x="0" y="0"/>
              <a:chExt cx="1414679" cy="139206"/>
            </a:xfrm>
          </p:grpSpPr>
          <p:sp>
            <p:nvSpPr>
              <p:cNvPr name="Freeform 21" id="21"/>
              <p:cNvSpPr/>
              <p:nvPr/>
            </p:nvSpPr>
            <p:spPr>
              <a:xfrm flipH="false" flipV="false" rot="0">
                <a:off x="0" y="0"/>
                <a:ext cx="1414679" cy="139206"/>
              </a:xfrm>
              <a:custGeom>
                <a:avLst/>
                <a:gdLst/>
                <a:ahLst/>
                <a:cxnLst/>
                <a:rect r="r" b="b" t="t" l="l"/>
                <a:pathLst>
                  <a:path h="139206" w="1414679">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name="TextBox 22" id="22"/>
              <p:cNvSpPr txBox="true"/>
              <p:nvPr/>
            </p:nvSpPr>
            <p:spPr>
              <a:xfrm>
                <a:off x="0" y="-38100"/>
                <a:ext cx="1414679" cy="177306"/>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0186854" y="0"/>
              <a:ext cx="9061375" cy="891648"/>
              <a:chOff x="0" y="0"/>
              <a:chExt cx="1414679" cy="139206"/>
            </a:xfrm>
          </p:grpSpPr>
          <p:sp>
            <p:nvSpPr>
              <p:cNvPr name="Freeform 24" id="24"/>
              <p:cNvSpPr/>
              <p:nvPr/>
            </p:nvSpPr>
            <p:spPr>
              <a:xfrm flipH="false" flipV="false" rot="0">
                <a:off x="0" y="0"/>
                <a:ext cx="1414679" cy="139206"/>
              </a:xfrm>
              <a:custGeom>
                <a:avLst/>
                <a:gdLst/>
                <a:ahLst/>
                <a:cxnLst/>
                <a:rect r="r" b="b" t="t" l="l"/>
                <a:pathLst>
                  <a:path h="139206" w="1414679">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name="TextBox 25" id="25"/>
              <p:cNvSpPr txBox="true"/>
              <p:nvPr/>
            </p:nvSpPr>
            <p:spPr>
              <a:xfrm>
                <a:off x="0" y="-38100"/>
                <a:ext cx="1414679" cy="177306"/>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10186854" y="5478440"/>
              <a:ext cx="9061375" cy="891648"/>
              <a:chOff x="0" y="0"/>
              <a:chExt cx="1414679" cy="139206"/>
            </a:xfrm>
          </p:grpSpPr>
          <p:sp>
            <p:nvSpPr>
              <p:cNvPr name="Freeform 27" id="27"/>
              <p:cNvSpPr/>
              <p:nvPr/>
            </p:nvSpPr>
            <p:spPr>
              <a:xfrm flipH="false" flipV="false" rot="0">
                <a:off x="0" y="0"/>
                <a:ext cx="1414679" cy="139206"/>
              </a:xfrm>
              <a:custGeom>
                <a:avLst/>
                <a:gdLst/>
                <a:ahLst/>
                <a:cxnLst/>
                <a:rect r="r" b="b" t="t" l="l"/>
                <a:pathLst>
                  <a:path h="139206" w="1414679">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name="TextBox 28" id="28"/>
              <p:cNvSpPr txBox="true"/>
              <p:nvPr/>
            </p:nvSpPr>
            <p:spPr>
              <a:xfrm>
                <a:off x="0" y="-38100"/>
                <a:ext cx="1414679" cy="177306"/>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570172" y="251099"/>
              <a:ext cx="6725650" cy="420409"/>
            </a:xfrm>
            <a:prstGeom prst="rect">
              <a:avLst/>
            </a:prstGeom>
          </p:spPr>
          <p:txBody>
            <a:bodyPr anchor="t" rtlCol="false" tIns="0" lIns="0" bIns="0" rIns="0">
              <a:spAutoFit/>
            </a:bodyPr>
            <a:lstStyle/>
            <a:p>
              <a:pPr algn="l">
                <a:lnSpc>
                  <a:spcPts val="2495"/>
                </a:lnSpc>
              </a:pPr>
              <a:r>
                <a:rPr lang="en-US" sz="2132" b="true">
                  <a:solidFill>
                    <a:srgbClr val="04001E"/>
                  </a:solidFill>
                  <a:latin typeface="Red Hat Display Bold"/>
                  <a:ea typeface="Red Hat Display Bold"/>
                  <a:cs typeface="Red Hat Display Bold"/>
                  <a:sym typeface="Red Hat Display Bold"/>
                </a:rPr>
                <a:t>Weaknesses</a:t>
              </a:r>
            </a:p>
          </p:txBody>
        </p:sp>
        <p:sp>
          <p:nvSpPr>
            <p:cNvPr name="TextBox 30" id="30"/>
            <p:cNvSpPr txBox="true"/>
            <p:nvPr/>
          </p:nvSpPr>
          <p:spPr>
            <a:xfrm rot="0">
              <a:off x="10852860" y="251099"/>
              <a:ext cx="6725650" cy="420409"/>
            </a:xfrm>
            <a:prstGeom prst="rect">
              <a:avLst/>
            </a:prstGeom>
          </p:spPr>
          <p:txBody>
            <a:bodyPr anchor="t" rtlCol="false" tIns="0" lIns="0" bIns="0" rIns="0">
              <a:spAutoFit/>
            </a:bodyPr>
            <a:lstStyle/>
            <a:p>
              <a:pPr algn="l">
                <a:lnSpc>
                  <a:spcPts val="2495"/>
                </a:lnSpc>
              </a:pPr>
              <a:r>
                <a:rPr lang="en-US" sz="2132" b="true">
                  <a:solidFill>
                    <a:srgbClr val="04001E"/>
                  </a:solidFill>
                  <a:latin typeface="Red Hat Display Bold"/>
                  <a:ea typeface="Red Hat Display Bold"/>
                  <a:cs typeface="Red Hat Display Bold"/>
                  <a:sym typeface="Red Hat Display Bold"/>
                </a:rPr>
                <a:t>Threats</a:t>
              </a:r>
            </a:p>
          </p:txBody>
        </p:sp>
        <p:sp>
          <p:nvSpPr>
            <p:cNvPr name="TextBox 31" id="31"/>
            <p:cNvSpPr txBox="true"/>
            <p:nvPr/>
          </p:nvSpPr>
          <p:spPr>
            <a:xfrm rot="0">
              <a:off x="570172" y="5719788"/>
              <a:ext cx="7442437" cy="420409"/>
            </a:xfrm>
            <a:prstGeom prst="rect">
              <a:avLst/>
            </a:prstGeom>
          </p:spPr>
          <p:txBody>
            <a:bodyPr anchor="t" rtlCol="false" tIns="0" lIns="0" bIns="0" rIns="0">
              <a:spAutoFit/>
            </a:bodyPr>
            <a:lstStyle/>
            <a:p>
              <a:pPr algn="l">
                <a:lnSpc>
                  <a:spcPts val="2495"/>
                </a:lnSpc>
              </a:pPr>
              <a:r>
                <a:rPr lang="en-US" sz="2132" b="true">
                  <a:solidFill>
                    <a:srgbClr val="04001E"/>
                  </a:solidFill>
                  <a:latin typeface="Red Hat Display Bold"/>
                  <a:ea typeface="Red Hat Display Bold"/>
                  <a:cs typeface="Red Hat Display Bold"/>
                  <a:sym typeface="Red Hat Display Bold"/>
                </a:rPr>
                <a:t>Strengths</a:t>
              </a:r>
            </a:p>
          </p:txBody>
        </p:sp>
        <p:sp>
          <p:nvSpPr>
            <p:cNvPr name="TextBox 32" id="32"/>
            <p:cNvSpPr txBox="true"/>
            <p:nvPr/>
          </p:nvSpPr>
          <p:spPr>
            <a:xfrm rot="0">
              <a:off x="10852860" y="5719788"/>
              <a:ext cx="6399394" cy="420409"/>
            </a:xfrm>
            <a:prstGeom prst="rect">
              <a:avLst/>
            </a:prstGeom>
          </p:spPr>
          <p:txBody>
            <a:bodyPr anchor="t" rtlCol="false" tIns="0" lIns="0" bIns="0" rIns="0">
              <a:spAutoFit/>
            </a:bodyPr>
            <a:lstStyle/>
            <a:p>
              <a:pPr algn="l">
                <a:lnSpc>
                  <a:spcPts val="2495"/>
                </a:lnSpc>
              </a:pPr>
              <a:r>
                <a:rPr lang="en-US" sz="2132" b="true">
                  <a:solidFill>
                    <a:srgbClr val="04001E"/>
                  </a:solidFill>
                  <a:latin typeface="Red Hat Display Bold"/>
                  <a:ea typeface="Red Hat Display Bold"/>
                  <a:cs typeface="Red Hat Display Bold"/>
                  <a:sym typeface="Red Hat Display Bold"/>
                </a:rPr>
                <a:t>Opportunities</a:t>
              </a:r>
            </a:p>
          </p:txBody>
        </p:sp>
        <p:sp>
          <p:nvSpPr>
            <p:cNvPr name="TextBox 33" id="33"/>
            <p:cNvSpPr txBox="true"/>
            <p:nvPr/>
          </p:nvSpPr>
          <p:spPr>
            <a:xfrm rot="0">
              <a:off x="570172" y="1512364"/>
              <a:ext cx="7442437" cy="1756410"/>
            </a:xfrm>
            <a:prstGeom prst="rect">
              <a:avLst/>
            </a:prstGeom>
          </p:spPr>
          <p:txBody>
            <a:bodyPr anchor="t" rtlCol="false" tIns="0" lIns="0" bIns="0" rIns="0">
              <a:spAutoFit/>
            </a:bodyPr>
            <a:lstStyle/>
            <a:p>
              <a:pPr algn="l" marL="0" indent="0" lvl="0">
                <a:lnSpc>
                  <a:spcPts val="2160"/>
                </a:lnSpc>
                <a:spcBef>
                  <a:spcPct val="0"/>
                </a:spcBef>
              </a:pPr>
              <a:r>
                <a:rPr lang="en-US" sz="1600" spc="96" u="non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34" id="34"/>
            <p:cNvSpPr txBox="true"/>
            <p:nvPr/>
          </p:nvSpPr>
          <p:spPr>
            <a:xfrm rot="0">
              <a:off x="10852860" y="1512364"/>
              <a:ext cx="7442437" cy="1756410"/>
            </a:xfrm>
            <a:prstGeom prst="rect">
              <a:avLst/>
            </a:prstGeom>
          </p:spPr>
          <p:txBody>
            <a:bodyPr anchor="t" rtlCol="false" tIns="0" lIns="0" bIns="0" rIns="0">
              <a:spAutoFit/>
            </a:bodyPr>
            <a:lstStyle/>
            <a:p>
              <a:pPr algn="l" marL="0" indent="0" lvl="0">
                <a:lnSpc>
                  <a:spcPts val="2160"/>
                </a:lnSpc>
                <a:spcBef>
                  <a:spcPct val="0"/>
                </a:spcBef>
              </a:pPr>
              <a:r>
                <a:rPr lang="en-US" sz="1600" spc="96" u="non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35" id="35"/>
            <p:cNvSpPr txBox="true"/>
            <p:nvPr/>
          </p:nvSpPr>
          <p:spPr>
            <a:xfrm rot="0">
              <a:off x="10852860" y="6986038"/>
              <a:ext cx="7442437" cy="1756410"/>
            </a:xfrm>
            <a:prstGeom prst="rect">
              <a:avLst/>
            </a:prstGeom>
          </p:spPr>
          <p:txBody>
            <a:bodyPr anchor="t" rtlCol="false" tIns="0" lIns="0" bIns="0" rIns="0">
              <a:spAutoFit/>
            </a:bodyPr>
            <a:lstStyle/>
            <a:p>
              <a:pPr algn="l" marL="0" indent="0" lvl="0">
                <a:lnSpc>
                  <a:spcPts val="2160"/>
                </a:lnSpc>
                <a:spcBef>
                  <a:spcPct val="0"/>
                </a:spcBef>
              </a:pPr>
              <a:r>
                <a:rPr lang="en-US" sz="1600" spc="96" u="non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36" id="36"/>
            <p:cNvSpPr txBox="true"/>
            <p:nvPr/>
          </p:nvSpPr>
          <p:spPr>
            <a:xfrm rot="0">
              <a:off x="570172" y="6986038"/>
              <a:ext cx="7442437" cy="1756410"/>
            </a:xfrm>
            <a:prstGeom prst="rect">
              <a:avLst/>
            </a:prstGeom>
          </p:spPr>
          <p:txBody>
            <a:bodyPr anchor="t" rtlCol="false" tIns="0" lIns="0" bIns="0" rIns="0">
              <a:spAutoFit/>
            </a:bodyPr>
            <a:lstStyle/>
            <a:p>
              <a:pPr algn="l" marL="0" indent="0" lvl="0">
                <a:lnSpc>
                  <a:spcPts val="2160"/>
                </a:lnSpc>
                <a:spcBef>
                  <a:spcPct val="0"/>
                </a:spcBef>
              </a:pPr>
              <a:r>
                <a:rPr lang="en-US" sz="1600" spc="96" u="non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p:txBody>
        </p:sp>
      </p:grpSp>
      <p:sp>
        <p:nvSpPr>
          <p:cNvPr name="Freeform 37" id="37"/>
          <p:cNvSpPr/>
          <p:nvPr/>
        </p:nvSpPr>
        <p:spPr>
          <a:xfrm flipH="false" flipV="false" rot="0">
            <a:off x="15946639" y="7858776"/>
            <a:ext cx="896420" cy="896420"/>
          </a:xfrm>
          <a:custGeom>
            <a:avLst/>
            <a:gdLst/>
            <a:ahLst/>
            <a:cxnLst/>
            <a:rect r="r" b="b" t="t" l="l"/>
            <a:pathLst>
              <a:path h="896420" w="896420">
                <a:moveTo>
                  <a:pt x="0" y="0"/>
                </a:moveTo>
                <a:lnTo>
                  <a:pt x="896421" y="0"/>
                </a:lnTo>
                <a:lnTo>
                  <a:pt x="896421" y="896421"/>
                </a:lnTo>
                <a:lnTo>
                  <a:pt x="0" y="8964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1028700" y="1413758"/>
            <a:ext cx="10284037" cy="7980760"/>
            <a:chOff x="0" y="0"/>
            <a:chExt cx="13712050" cy="10641014"/>
          </a:xfrm>
        </p:grpSpPr>
        <p:grpSp>
          <p:nvGrpSpPr>
            <p:cNvPr name="Group 4" id="4"/>
            <p:cNvGrpSpPr/>
            <p:nvPr/>
          </p:nvGrpSpPr>
          <p:grpSpPr>
            <a:xfrm rot="0">
              <a:off x="0" y="0"/>
              <a:ext cx="13712050" cy="10641014"/>
              <a:chOff x="0" y="0"/>
              <a:chExt cx="2708553" cy="2101929"/>
            </a:xfrm>
          </p:grpSpPr>
          <p:sp>
            <p:nvSpPr>
              <p:cNvPr name="Freeform 5" id="5"/>
              <p:cNvSpPr/>
              <p:nvPr/>
            </p:nvSpPr>
            <p:spPr>
              <a:xfrm flipH="false" flipV="false" rot="0">
                <a:off x="0" y="0"/>
                <a:ext cx="2708553" cy="2101929"/>
              </a:xfrm>
              <a:custGeom>
                <a:avLst/>
                <a:gdLst/>
                <a:ahLst/>
                <a:cxnLst/>
                <a:rect r="r" b="b" t="t" l="l"/>
                <a:pathLst>
                  <a:path h="2101929" w="2708553">
                    <a:moveTo>
                      <a:pt x="15056" y="0"/>
                    </a:moveTo>
                    <a:lnTo>
                      <a:pt x="2693497" y="0"/>
                    </a:lnTo>
                    <a:cubicBezTo>
                      <a:pt x="2701812" y="0"/>
                      <a:pt x="2708553" y="6741"/>
                      <a:pt x="2708553" y="15056"/>
                    </a:cubicBezTo>
                    <a:lnTo>
                      <a:pt x="2708553" y="2086872"/>
                    </a:lnTo>
                    <a:cubicBezTo>
                      <a:pt x="2708553" y="2090866"/>
                      <a:pt x="2706967" y="2094695"/>
                      <a:pt x="2704143" y="2097519"/>
                    </a:cubicBezTo>
                    <a:cubicBezTo>
                      <a:pt x="2701320" y="2100342"/>
                      <a:pt x="2697490" y="2101929"/>
                      <a:pt x="2693497" y="2101929"/>
                    </a:cubicBezTo>
                    <a:lnTo>
                      <a:pt x="15056" y="2101929"/>
                    </a:lnTo>
                    <a:cubicBezTo>
                      <a:pt x="6741" y="2101929"/>
                      <a:pt x="0" y="2095188"/>
                      <a:pt x="0" y="2086872"/>
                    </a:cubicBezTo>
                    <a:lnTo>
                      <a:pt x="0" y="15056"/>
                    </a:lnTo>
                    <a:cubicBezTo>
                      <a:pt x="0" y="11063"/>
                      <a:pt x="1586" y="7233"/>
                      <a:pt x="4410" y="4410"/>
                    </a:cubicBezTo>
                    <a:cubicBezTo>
                      <a:pt x="7233" y="1586"/>
                      <a:pt x="11063" y="0"/>
                      <a:pt x="15056" y="0"/>
                    </a:cubicBezTo>
                    <a:close/>
                  </a:path>
                </a:pathLst>
              </a:custGeom>
              <a:solidFill>
                <a:srgbClr val="04001E"/>
              </a:solidFill>
              <a:ln w="38100" cap="sq">
                <a:solidFill>
                  <a:srgbClr val="E5E1DA"/>
                </a:solidFill>
                <a:prstDash val="solid"/>
                <a:miter/>
              </a:ln>
            </p:spPr>
          </p:sp>
          <p:sp>
            <p:nvSpPr>
              <p:cNvPr name="TextBox 6" id="6"/>
              <p:cNvSpPr txBox="true"/>
              <p:nvPr/>
            </p:nvSpPr>
            <p:spPr>
              <a:xfrm>
                <a:off x="0" y="-38100"/>
                <a:ext cx="2708553" cy="2140029"/>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196340" y="1364299"/>
              <a:ext cx="11319371" cy="4579620"/>
            </a:xfrm>
            <a:prstGeom prst="rect">
              <a:avLst/>
            </a:prstGeom>
          </p:spPr>
          <p:txBody>
            <a:bodyPr anchor="t" rtlCol="false" tIns="0" lIns="0" bIns="0" rIns="0">
              <a:spAutoFit/>
            </a:bodyPr>
            <a:lstStyle/>
            <a:p>
              <a:pPr algn="l">
                <a:lnSpc>
                  <a:spcPts val="8730"/>
                </a:lnSpc>
              </a:pPr>
              <a:r>
                <a:rPr lang="en-US" sz="9000">
                  <a:solidFill>
                    <a:srgbClr val="FFFFFF"/>
                  </a:solidFill>
                  <a:latin typeface="Archivo Black"/>
                  <a:ea typeface="Archivo Black"/>
                  <a:cs typeface="Archivo Black"/>
                  <a:sym typeface="Archivo Black"/>
                </a:rPr>
                <a:t>Final reflections &amp; future steps</a:t>
              </a:r>
            </a:p>
          </p:txBody>
        </p:sp>
        <p:sp>
          <p:nvSpPr>
            <p:cNvPr name="TextBox 8" id="8"/>
            <p:cNvSpPr txBox="true"/>
            <p:nvPr/>
          </p:nvSpPr>
          <p:spPr>
            <a:xfrm rot="0">
              <a:off x="1323340" y="6303329"/>
              <a:ext cx="10276762" cy="3079750"/>
            </a:xfrm>
            <a:prstGeom prst="rect">
              <a:avLst/>
            </a:prstGeom>
          </p:spPr>
          <p:txBody>
            <a:bodyPr anchor="t" rtlCol="false" tIns="0" lIns="0" bIns="0" rIns="0">
              <a:spAutoFit/>
            </a:bodyPr>
            <a:lstStyle/>
            <a:p>
              <a:pPr algn="l" marL="0" indent="0" lvl="0">
                <a:lnSpc>
                  <a:spcPts val="2699"/>
                </a:lnSpc>
                <a:spcBef>
                  <a:spcPct val="0"/>
                </a:spcBef>
              </a:pPr>
              <a:r>
                <a:rPr lang="en-US" sz="1999" spc="119" u="none">
                  <a:solidFill>
                    <a:srgbClr val="FFFFFF"/>
                  </a:solidFill>
                  <a:latin typeface="Red Hat Display"/>
                  <a:ea typeface="Red Hat Display"/>
                  <a:cs typeface="Red Hat Display"/>
                  <a:sym typeface="Red Hat Display"/>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699"/>
                </a:lnSpc>
                <a:spcBef>
                  <a:spcPct val="0"/>
                </a:spcBef>
              </a:pPr>
            </a:p>
            <a:p>
              <a:pPr algn="l" marL="0" indent="0" lvl="0">
                <a:lnSpc>
                  <a:spcPts val="2699"/>
                </a:lnSpc>
                <a:spcBef>
                  <a:spcPct val="0"/>
                </a:spcBef>
              </a:pPr>
              <a:r>
                <a:rPr lang="en-US" sz="1999" spc="119" u="none">
                  <a:solidFill>
                    <a:srgbClr val="FFFFFF"/>
                  </a:solidFill>
                  <a:latin typeface="Red Hat Display"/>
                  <a:ea typeface="Red Hat Display"/>
                  <a:cs typeface="Red Hat Display"/>
                  <a:sym typeface="Red Hat Display"/>
                </a:rPr>
                <a:t>Duis aute irure dolor in reprehenderit in voluptate velit esse cillum dolore eu fugiat nulla pariatur.</a:t>
              </a:r>
            </a:p>
          </p:txBody>
        </p:sp>
      </p:grpSp>
      <p:sp>
        <p:nvSpPr>
          <p:cNvPr name="Freeform 9" id="9"/>
          <p:cNvSpPr/>
          <p:nvPr/>
        </p:nvSpPr>
        <p:spPr>
          <a:xfrm flipH="false" flipV="false" rot="0">
            <a:off x="11593955" y="7858776"/>
            <a:ext cx="896420" cy="896420"/>
          </a:xfrm>
          <a:custGeom>
            <a:avLst/>
            <a:gdLst/>
            <a:ahLst/>
            <a:cxnLst/>
            <a:rect r="r" b="b" t="t" l="l"/>
            <a:pathLst>
              <a:path h="896420" w="896420">
                <a:moveTo>
                  <a:pt x="0" y="0"/>
                </a:moveTo>
                <a:lnTo>
                  <a:pt x="896421" y="0"/>
                </a:lnTo>
                <a:lnTo>
                  <a:pt x="896421" y="896421"/>
                </a:lnTo>
                <a:lnTo>
                  <a:pt x="0" y="896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true" rot="-1542318">
            <a:off x="11968542" y="-1035611"/>
            <a:ext cx="7674102" cy="8229600"/>
          </a:xfrm>
          <a:custGeom>
            <a:avLst/>
            <a:gdLst/>
            <a:ahLst/>
            <a:cxnLst/>
            <a:rect r="r" b="b" t="t" l="l"/>
            <a:pathLst>
              <a:path h="8229600" w="7674102">
                <a:moveTo>
                  <a:pt x="0" y="8229600"/>
                </a:moveTo>
                <a:lnTo>
                  <a:pt x="7674102" y="8229600"/>
                </a:lnTo>
                <a:lnTo>
                  <a:pt x="7674102" y="0"/>
                </a:lnTo>
                <a:lnTo>
                  <a:pt x="0" y="0"/>
                </a:lnTo>
                <a:lnTo>
                  <a:pt x="0" y="8229600"/>
                </a:lnTo>
                <a:close/>
              </a:path>
            </a:pathLst>
          </a:custGeom>
          <a:blipFill>
            <a:blip r:embed="rId5"/>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2666040" y="4141899"/>
            <a:ext cx="9245435" cy="1764311"/>
          </a:xfrm>
          <a:prstGeom prst="rect">
            <a:avLst/>
          </a:prstGeom>
        </p:spPr>
        <p:txBody>
          <a:bodyPr anchor="t" rtlCol="false" tIns="0" lIns="0" bIns="0" rIns="0">
            <a:spAutoFit/>
          </a:bodyPr>
          <a:lstStyle/>
          <a:p>
            <a:pPr algn="l">
              <a:lnSpc>
                <a:spcPts val="12699"/>
              </a:lnSpc>
            </a:pPr>
            <a:r>
              <a:rPr lang="en-US" sz="14597">
                <a:solidFill>
                  <a:srgbClr val="FFFFFF"/>
                </a:solidFill>
                <a:latin typeface="Archivo Black"/>
                <a:ea typeface="Archivo Black"/>
                <a:cs typeface="Archivo Black"/>
                <a:sym typeface="Archivo Black"/>
              </a:rPr>
              <a:t>The End</a:t>
            </a:r>
          </a:p>
        </p:txBody>
      </p:sp>
      <p:grpSp>
        <p:nvGrpSpPr>
          <p:cNvPr name="Group 4" id="4"/>
          <p:cNvGrpSpPr/>
          <p:nvPr/>
        </p:nvGrpSpPr>
        <p:grpSpPr>
          <a:xfrm rot="0">
            <a:off x="1028700" y="8842983"/>
            <a:ext cx="16312964" cy="415317"/>
            <a:chOff x="0" y="0"/>
            <a:chExt cx="21750619" cy="553756"/>
          </a:xfrm>
        </p:grpSpPr>
        <p:sp>
          <p:nvSpPr>
            <p:cNvPr name="Freeform 5" id="5"/>
            <p:cNvSpPr/>
            <p:nvPr/>
          </p:nvSpPr>
          <p:spPr>
            <a:xfrm flipH="false" flipV="false" rot="0">
              <a:off x="15402174" y="0"/>
              <a:ext cx="553756" cy="553756"/>
            </a:xfrm>
            <a:custGeom>
              <a:avLst/>
              <a:gdLst/>
              <a:ahLst/>
              <a:cxnLst/>
              <a:rect r="r" b="b" t="t" l="l"/>
              <a:pathLst>
                <a:path h="553756" w="553756">
                  <a:moveTo>
                    <a:pt x="0" y="0"/>
                  </a:moveTo>
                  <a:lnTo>
                    <a:pt x="553756" y="0"/>
                  </a:lnTo>
                  <a:lnTo>
                    <a:pt x="553756" y="553756"/>
                  </a:lnTo>
                  <a:lnTo>
                    <a:pt x="0" y="5537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8068330" y="0"/>
              <a:ext cx="553756" cy="553756"/>
            </a:xfrm>
            <a:custGeom>
              <a:avLst/>
              <a:gdLst/>
              <a:ahLst/>
              <a:cxnLst/>
              <a:rect r="r" b="b" t="t" l="l"/>
              <a:pathLst>
                <a:path h="553756" w="553756">
                  <a:moveTo>
                    <a:pt x="0" y="0"/>
                  </a:moveTo>
                  <a:lnTo>
                    <a:pt x="553756" y="0"/>
                  </a:lnTo>
                  <a:lnTo>
                    <a:pt x="553756" y="553756"/>
                  </a:lnTo>
                  <a:lnTo>
                    <a:pt x="0" y="5537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0" y="0"/>
              <a:ext cx="553756" cy="553756"/>
            </a:xfrm>
            <a:custGeom>
              <a:avLst/>
              <a:gdLst/>
              <a:ahLst/>
              <a:cxnLst/>
              <a:rect r="r" b="b" t="t" l="l"/>
              <a:pathLst>
                <a:path h="553756" w="553756">
                  <a:moveTo>
                    <a:pt x="0" y="0"/>
                  </a:moveTo>
                  <a:lnTo>
                    <a:pt x="553756" y="0"/>
                  </a:lnTo>
                  <a:lnTo>
                    <a:pt x="553756" y="553756"/>
                  </a:lnTo>
                  <a:lnTo>
                    <a:pt x="0" y="55375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776215" y="-954"/>
              <a:ext cx="4990951" cy="498514"/>
            </a:xfrm>
            <a:prstGeom prst="rect">
              <a:avLst/>
            </a:prstGeom>
          </p:spPr>
          <p:txBody>
            <a:bodyPr anchor="t" rtlCol="false" tIns="0" lIns="0" bIns="0" rIns="0">
              <a:spAutoFit/>
            </a:bodyPr>
            <a:lstStyle/>
            <a:p>
              <a:pPr algn="l">
                <a:lnSpc>
                  <a:spcPts val="3120"/>
                </a:lnSpc>
                <a:spcBef>
                  <a:spcPct val="0"/>
                </a:spcBef>
              </a:pPr>
              <a:r>
                <a:rPr lang="en-US" sz="2228">
                  <a:solidFill>
                    <a:srgbClr val="E5E1DA"/>
                  </a:solidFill>
                  <a:latin typeface="Lato"/>
                  <a:ea typeface="Lato"/>
                  <a:cs typeface="Lato"/>
                  <a:sym typeface="Lato"/>
                </a:rPr>
                <a:t>www.reallygreatsite.com </a:t>
              </a:r>
            </a:p>
          </p:txBody>
        </p:sp>
        <p:sp>
          <p:nvSpPr>
            <p:cNvPr name="TextBox 9" id="9"/>
            <p:cNvSpPr txBox="true"/>
            <p:nvPr/>
          </p:nvSpPr>
          <p:spPr>
            <a:xfrm rot="0">
              <a:off x="8843589" y="-954"/>
              <a:ext cx="4782460" cy="498514"/>
            </a:xfrm>
            <a:prstGeom prst="rect">
              <a:avLst/>
            </a:prstGeom>
          </p:spPr>
          <p:txBody>
            <a:bodyPr anchor="t" rtlCol="false" tIns="0" lIns="0" bIns="0" rIns="0">
              <a:spAutoFit/>
            </a:bodyPr>
            <a:lstStyle/>
            <a:p>
              <a:pPr algn="l">
                <a:lnSpc>
                  <a:spcPts val="3120"/>
                </a:lnSpc>
                <a:spcBef>
                  <a:spcPct val="0"/>
                </a:spcBef>
              </a:pPr>
              <a:r>
                <a:rPr lang="en-US" sz="2228">
                  <a:solidFill>
                    <a:srgbClr val="E5E1DA"/>
                  </a:solidFill>
                  <a:latin typeface="Lato"/>
                  <a:ea typeface="Lato"/>
                  <a:cs typeface="Lato"/>
                  <a:sym typeface="Lato"/>
                </a:rPr>
                <a:t>hello@reallygreatsite.com</a:t>
              </a:r>
            </a:p>
          </p:txBody>
        </p:sp>
        <p:sp>
          <p:nvSpPr>
            <p:cNvPr name="TextBox 10" id="10"/>
            <p:cNvSpPr txBox="true"/>
            <p:nvPr/>
          </p:nvSpPr>
          <p:spPr>
            <a:xfrm rot="0">
              <a:off x="16178389" y="-954"/>
              <a:ext cx="5572230" cy="498514"/>
            </a:xfrm>
            <a:prstGeom prst="rect">
              <a:avLst/>
            </a:prstGeom>
          </p:spPr>
          <p:txBody>
            <a:bodyPr anchor="t" rtlCol="false" tIns="0" lIns="0" bIns="0" rIns="0">
              <a:spAutoFit/>
            </a:bodyPr>
            <a:lstStyle/>
            <a:p>
              <a:pPr algn="l">
                <a:lnSpc>
                  <a:spcPts val="3120"/>
                </a:lnSpc>
                <a:spcBef>
                  <a:spcPct val="0"/>
                </a:spcBef>
              </a:pPr>
              <a:r>
                <a:rPr lang="en-US" sz="2228">
                  <a:solidFill>
                    <a:srgbClr val="E5E1DA"/>
                  </a:solidFill>
                  <a:latin typeface="Lato"/>
                  <a:ea typeface="Lato"/>
                  <a:cs typeface="Lato"/>
                  <a:sym typeface="Lato"/>
                </a:rPr>
                <a:t>123 Anywhere Street., Any City</a:t>
              </a:r>
            </a:p>
          </p:txBody>
        </p:sp>
      </p:grpSp>
      <p:sp>
        <p:nvSpPr>
          <p:cNvPr name="Freeform 11" id="11"/>
          <p:cNvSpPr/>
          <p:nvPr/>
        </p:nvSpPr>
        <p:spPr>
          <a:xfrm flipH="false" flipV="false" rot="10435729">
            <a:off x="-3241105" y="-2477065"/>
            <a:ext cx="7951775" cy="8527373"/>
          </a:xfrm>
          <a:custGeom>
            <a:avLst/>
            <a:gdLst/>
            <a:ahLst/>
            <a:cxnLst/>
            <a:rect r="r" b="b" t="t" l="l"/>
            <a:pathLst>
              <a:path h="8527373" w="7951775">
                <a:moveTo>
                  <a:pt x="0" y="0"/>
                </a:moveTo>
                <a:lnTo>
                  <a:pt x="7951775" y="0"/>
                </a:lnTo>
                <a:lnTo>
                  <a:pt x="7951775" y="8527373"/>
                </a:lnTo>
                <a:lnTo>
                  <a:pt x="0" y="8527373"/>
                </a:lnTo>
                <a:lnTo>
                  <a:pt x="0" y="0"/>
                </a:lnTo>
                <a:close/>
              </a:path>
            </a:pathLst>
          </a:custGeom>
          <a:blipFill>
            <a:blip r:embed="rId9"/>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DAG-8hDltHA</dc:identifier>
  <dcterms:modified xsi:type="dcterms:W3CDTF">2011-08-01T06:04:30Z</dcterms:modified>
  <cp:revision>1</cp:revision>
</cp:coreProperties>
</file>