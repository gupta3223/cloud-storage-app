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DG Jory" charset="1" panose="02000000000000000000"/>
      <p:regular r:id="rId16"/>
    </p:embeddedFont>
    <p:embeddedFont>
      <p:font typeface="League Spartan" charset="1" panose="0000080000000000000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680067" y="4897467"/>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607933" y="-1261755"/>
            <a:ext cx="7360133" cy="6664266"/>
          </a:xfrm>
          <a:custGeom>
            <a:avLst/>
            <a:gdLst/>
            <a:ahLst/>
            <a:cxnLst/>
            <a:rect r="r" b="b" t="t" l="l"/>
            <a:pathLst>
              <a:path h="6664266" w="7360133">
                <a:moveTo>
                  <a:pt x="7360134" y="6664267"/>
                </a:moveTo>
                <a:lnTo>
                  <a:pt x="0" y="6664267"/>
                </a:lnTo>
                <a:lnTo>
                  <a:pt x="0" y="0"/>
                </a:lnTo>
                <a:lnTo>
                  <a:pt x="7360134" y="0"/>
                </a:lnTo>
                <a:lnTo>
                  <a:pt x="7360134" y="666426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607933" y="5926167"/>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true" flipV="true" rot="0">
            <a:off x="-3680067" y="-2511057"/>
            <a:ext cx="7360133" cy="6664266"/>
          </a:xfrm>
          <a:custGeom>
            <a:avLst/>
            <a:gdLst/>
            <a:ahLst/>
            <a:cxnLst/>
            <a:rect r="r" b="b" t="t" l="l"/>
            <a:pathLst>
              <a:path h="6664266" w="7360133">
                <a:moveTo>
                  <a:pt x="7360134" y="6664266"/>
                </a:moveTo>
                <a:lnTo>
                  <a:pt x="0" y="6664266"/>
                </a:lnTo>
                <a:lnTo>
                  <a:pt x="0" y="0"/>
                </a:lnTo>
                <a:lnTo>
                  <a:pt x="7360134" y="0"/>
                </a:lnTo>
                <a:lnTo>
                  <a:pt x="7360134" y="6664266"/>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6" id="6"/>
          <p:cNvSpPr txBox="true"/>
          <p:nvPr/>
        </p:nvSpPr>
        <p:spPr>
          <a:xfrm rot="0">
            <a:off x="6589181" y="6165990"/>
            <a:ext cx="5109638" cy="740804"/>
          </a:xfrm>
          <a:prstGeom prst="rect">
            <a:avLst/>
          </a:prstGeom>
        </p:spPr>
        <p:txBody>
          <a:bodyPr anchor="t" rtlCol="false" tIns="0" lIns="0" bIns="0" rIns="0">
            <a:spAutoFit/>
          </a:bodyPr>
          <a:lstStyle/>
          <a:p>
            <a:pPr algn="ctr">
              <a:lnSpc>
                <a:spcPts val="5759"/>
              </a:lnSpc>
            </a:pPr>
            <a:r>
              <a:rPr lang="en-US" sz="4799">
                <a:solidFill>
                  <a:srgbClr val="000000"/>
                </a:solidFill>
                <a:latin typeface="DG Jory"/>
                <a:ea typeface="DG Jory"/>
                <a:cs typeface="DG Jory"/>
                <a:sym typeface="DG Jory"/>
              </a:rPr>
              <a:t>By Rufus Stewart</a:t>
            </a:r>
          </a:p>
        </p:txBody>
      </p:sp>
      <p:sp>
        <p:nvSpPr>
          <p:cNvPr name="TextBox 7" id="7"/>
          <p:cNvSpPr txBox="true"/>
          <p:nvPr/>
        </p:nvSpPr>
        <p:spPr>
          <a:xfrm rot="0">
            <a:off x="6589181" y="1019175"/>
            <a:ext cx="5109638" cy="480465"/>
          </a:xfrm>
          <a:prstGeom prst="rect">
            <a:avLst/>
          </a:prstGeom>
        </p:spPr>
        <p:txBody>
          <a:bodyPr anchor="t" rtlCol="false" tIns="0" lIns="0" bIns="0" rIns="0">
            <a:spAutoFit/>
          </a:bodyPr>
          <a:lstStyle/>
          <a:p>
            <a:pPr algn="ctr" marL="0" indent="0" lvl="0">
              <a:lnSpc>
                <a:spcPts val="3726"/>
              </a:lnSpc>
              <a:spcBef>
                <a:spcPct val="0"/>
              </a:spcBef>
            </a:pPr>
            <a:r>
              <a:rPr lang="en-US" sz="3105" strike="noStrike" u="none">
                <a:solidFill>
                  <a:srgbClr val="000000"/>
                </a:solidFill>
                <a:latin typeface="DG Jory"/>
                <a:ea typeface="DG Jory"/>
                <a:cs typeface="DG Jory"/>
                <a:sym typeface="DG Jory"/>
              </a:rPr>
              <a:t>Studio Shodwe</a:t>
            </a:r>
          </a:p>
        </p:txBody>
      </p:sp>
      <p:sp>
        <p:nvSpPr>
          <p:cNvPr name="TextBox 8" id="8"/>
          <p:cNvSpPr txBox="true"/>
          <p:nvPr/>
        </p:nvSpPr>
        <p:spPr>
          <a:xfrm rot="0">
            <a:off x="6041804" y="8775675"/>
            <a:ext cx="6204392" cy="482625"/>
          </a:xfrm>
          <a:prstGeom prst="rect">
            <a:avLst/>
          </a:prstGeom>
        </p:spPr>
        <p:txBody>
          <a:bodyPr anchor="t" rtlCol="false" tIns="0" lIns="0" bIns="0" rIns="0">
            <a:spAutoFit/>
          </a:bodyPr>
          <a:lstStyle/>
          <a:p>
            <a:pPr algn="ctr">
              <a:lnSpc>
                <a:spcPts val="3726"/>
              </a:lnSpc>
            </a:pPr>
            <a:r>
              <a:rPr lang="en-US" sz="3105">
                <a:solidFill>
                  <a:srgbClr val="000000"/>
                </a:solidFill>
                <a:latin typeface="DG Jory"/>
                <a:ea typeface="DG Jory"/>
                <a:cs typeface="DG Jory"/>
                <a:sym typeface="DG Jory"/>
              </a:rPr>
              <a:t>www.reallygreatsite.com</a:t>
            </a:r>
          </a:p>
        </p:txBody>
      </p:sp>
      <p:sp>
        <p:nvSpPr>
          <p:cNvPr name="TextBox 9" id="9"/>
          <p:cNvSpPr txBox="true"/>
          <p:nvPr/>
        </p:nvSpPr>
        <p:spPr>
          <a:xfrm rot="0">
            <a:off x="4043841" y="3630669"/>
            <a:ext cx="10200318" cy="2533596"/>
          </a:xfrm>
          <a:prstGeom prst="rect">
            <a:avLst/>
          </a:prstGeom>
        </p:spPr>
        <p:txBody>
          <a:bodyPr anchor="t" rtlCol="false" tIns="0" lIns="0" bIns="0" rIns="0">
            <a:spAutoFit/>
          </a:bodyPr>
          <a:lstStyle/>
          <a:p>
            <a:pPr algn="ctr">
              <a:lnSpc>
                <a:spcPts val="10012"/>
              </a:lnSpc>
            </a:pPr>
            <a:r>
              <a:rPr lang="en-US" sz="8344">
                <a:solidFill>
                  <a:srgbClr val="000000"/>
                </a:solidFill>
                <a:latin typeface="League Spartan"/>
                <a:ea typeface="League Spartan"/>
                <a:cs typeface="League Spartan"/>
                <a:sym typeface="League Spartan"/>
              </a:rPr>
              <a:t>PROJECT PRESENTATION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680067" y="4897467"/>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607933" y="-1261755"/>
            <a:ext cx="7360133" cy="6664266"/>
          </a:xfrm>
          <a:custGeom>
            <a:avLst/>
            <a:gdLst/>
            <a:ahLst/>
            <a:cxnLst/>
            <a:rect r="r" b="b" t="t" l="l"/>
            <a:pathLst>
              <a:path h="6664266" w="7360133">
                <a:moveTo>
                  <a:pt x="7360134" y="6664267"/>
                </a:moveTo>
                <a:lnTo>
                  <a:pt x="0" y="6664267"/>
                </a:lnTo>
                <a:lnTo>
                  <a:pt x="0" y="0"/>
                </a:lnTo>
                <a:lnTo>
                  <a:pt x="7360134" y="0"/>
                </a:lnTo>
                <a:lnTo>
                  <a:pt x="7360134" y="666426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57022" y="6029979"/>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true" flipV="true" rot="0">
            <a:off x="-3530978" y="-2407245"/>
            <a:ext cx="7360133" cy="6664266"/>
          </a:xfrm>
          <a:custGeom>
            <a:avLst/>
            <a:gdLst/>
            <a:ahLst/>
            <a:cxnLst/>
            <a:rect r="r" b="b" t="t" l="l"/>
            <a:pathLst>
              <a:path h="6664266" w="7360133">
                <a:moveTo>
                  <a:pt x="7360134" y="6664266"/>
                </a:moveTo>
                <a:lnTo>
                  <a:pt x="0" y="6664266"/>
                </a:lnTo>
                <a:lnTo>
                  <a:pt x="0" y="0"/>
                </a:lnTo>
                <a:lnTo>
                  <a:pt x="7360134" y="0"/>
                </a:lnTo>
                <a:lnTo>
                  <a:pt x="7360134" y="6664266"/>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6" id="6"/>
          <p:cNvGrpSpPr/>
          <p:nvPr/>
        </p:nvGrpSpPr>
        <p:grpSpPr>
          <a:xfrm rot="0">
            <a:off x="6021566" y="1558017"/>
            <a:ext cx="5994124" cy="1773322"/>
            <a:chOff x="0" y="0"/>
            <a:chExt cx="2747400" cy="812800"/>
          </a:xfrm>
        </p:grpSpPr>
        <p:sp>
          <p:nvSpPr>
            <p:cNvPr name="Freeform 7" id="7"/>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9BDAE9"/>
            </a:solidFill>
            <a:ln cap="sq">
              <a:noFill/>
              <a:prstDash val="solid"/>
              <a:miter/>
            </a:ln>
          </p:spPr>
        </p:sp>
        <p:sp>
          <p:nvSpPr>
            <p:cNvPr name="TextBox 8" id="8"/>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6163750" y="1700201"/>
            <a:ext cx="5994124" cy="1773322"/>
            <a:chOff x="0" y="0"/>
            <a:chExt cx="2747400" cy="812800"/>
          </a:xfrm>
        </p:grpSpPr>
        <p:sp>
          <p:nvSpPr>
            <p:cNvPr name="Freeform 10" id="10"/>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000000">
                <a:alpha val="0"/>
              </a:srgbClr>
            </a:solidFill>
            <a:ln w="66675" cap="sq">
              <a:solidFill>
                <a:srgbClr val="56C3D0"/>
              </a:solidFill>
              <a:prstDash val="solid"/>
              <a:miter/>
            </a:ln>
          </p:spPr>
        </p:sp>
        <p:sp>
          <p:nvSpPr>
            <p:cNvPr name="TextBox 11" id="11"/>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7651147" y="3701454"/>
            <a:ext cx="6696178" cy="4406570"/>
          </a:xfrm>
          <a:prstGeom prst="rect">
            <a:avLst/>
          </a:prstGeom>
        </p:spPr>
        <p:txBody>
          <a:bodyPr anchor="t" rtlCol="false" tIns="0" lIns="0" bIns="0" rIns="0">
            <a:spAutoFit/>
          </a:bodyPr>
          <a:lstStyle/>
          <a:p>
            <a:pPr algn="l">
              <a:lnSpc>
                <a:spcPts val="4381"/>
              </a:lnSpc>
            </a:pPr>
            <a:r>
              <a:rPr lang="en-US" sz="3129">
                <a:solidFill>
                  <a:srgbClr val="000000"/>
                </a:solidFill>
                <a:latin typeface="DG Jory"/>
                <a:ea typeface="DG Jory"/>
                <a:cs typeface="DG Jory"/>
                <a:sym typeface="DG Jory"/>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a:t>
            </a:r>
          </a:p>
        </p:txBody>
      </p:sp>
      <p:grpSp>
        <p:nvGrpSpPr>
          <p:cNvPr name="Group 13" id="13"/>
          <p:cNvGrpSpPr/>
          <p:nvPr/>
        </p:nvGrpSpPr>
        <p:grpSpPr>
          <a:xfrm rot="0">
            <a:off x="3897630" y="3768129"/>
            <a:ext cx="3534442" cy="4461471"/>
            <a:chOff x="0" y="0"/>
            <a:chExt cx="547578" cy="691199"/>
          </a:xfrm>
        </p:grpSpPr>
        <p:sp>
          <p:nvSpPr>
            <p:cNvPr name="Freeform 14" id="14"/>
            <p:cNvSpPr/>
            <p:nvPr/>
          </p:nvSpPr>
          <p:spPr>
            <a:xfrm flipH="false" flipV="false" rot="0">
              <a:off x="0" y="0"/>
              <a:ext cx="547578" cy="691199"/>
            </a:xfrm>
            <a:custGeom>
              <a:avLst/>
              <a:gdLst/>
              <a:ahLst/>
              <a:cxnLst/>
              <a:rect r="r" b="b" t="t" l="l"/>
              <a:pathLst>
                <a:path h="691199" w="547578">
                  <a:moveTo>
                    <a:pt x="0" y="0"/>
                  </a:moveTo>
                  <a:lnTo>
                    <a:pt x="547578" y="0"/>
                  </a:lnTo>
                  <a:lnTo>
                    <a:pt x="547578" y="691199"/>
                  </a:lnTo>
                  <a:lnTo>
                    <a:pt x="0" y="691199"/>
                  </a:lnTo>
                  <a:close/>
                </a:path>
              </a:pathLst>
            </a:custGeom>
            <a:blipFill>
              <a:blip r:embed="rId4"/>
              <a:stretch>
                <a:fillRect l="0" t="0" r="-26228" b="0"/>
              </a:stretch>
            </a:blipFill>
          </p:spPr>
        </p:sp>
      </p:grpSp>
      <p:sp>
        <p:nvSpPr>
          <p:cNvPr name="TextBox 15" id="15"/>
          <p:cNvSpPr txBox="true"/>
          <p:nvPr/>
        </p:nvSpPr>
        <p:spPr>
          <a:xfrm rot="0">
            <a:off x="6130126" y="2070379"/>
            <a:ext cx="6027748" cy="748598"/>
          </a:xfrm>
          <a:prstGeom prst="rect">
            <a:avLst/>
          </a:prstGeom>
        </p:spPr>
        <p:txBody>
          <a:bodyPr anchor="t" rtlCol="false" tIns="0" lIns="0" bIns="0" rIns="0">
            <a:spAutoFit/>
          </a:bodyPr>
          <a:lstStyle/>
          <a:p>
            <a:pPr algn="ctr">
              <a:lnSpc>
                <a:spcPts val="5917"/>
              </a:lnSpc>
            </a:pPr>
            <a:r>
              <a:rPr lang="en-US" sz="4930">
                <a:solidFill>
                  <a:srgbClr val="000000"/>
                </a:solidFill>
                <a:latin typeface="League Spartan"/>
                <a:ea typeface="League Spartan"/>
                <a:cs typeface="League Spartan"/>
                <a:sym typeface="League Spartan"/>
              </a:rPr>
              <a:t>INTRODUCTION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13082137" y="-495020"/>
            <a:ext cx="9287959" cy="8409825"/>
          </a:xfrm>
          <a:custGeom>
            <a:avLst/>
            <a:gdLst/>
            <a:ahLst/>
            <a:cxnLst/>
            <a:rect r="r" b="b" t="t" l="l"/>
            <a:pathLst>
              <a:path h="8409825" w="9287959">
                <a:moveTo>
                  <a:pt x="9287960" y="8409824"/>
                </a:moveTo>
                <a:lnTo>
                  <a:pt x="0" y="8409824"/>
                </a:lnTo>
                <a:lnTo>
                  <a:pt x="0" y="0"/>
                </a:lnTo>
                <a:lnTo>
                  <a:pt x="9287960" y="0"/>
                </a:lnTo>
                <a:lnTo>
                  <a:pt x="9287960" y="840982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607933" y="8049787"/>
            <a:ext cx="7360133" cy="6664266"/>
          </a:xfrm>
          <a:custGeom>
            <a:avLst/>
            <a:gdLst/>
            <a:ahLst/>
            <a:cxnLst/>
            <a:rect r="r" b="b" t="t" l="l"/>
            <a:pathLst>
              <a:path h="6664266" w="7360133">
                <a:moveTo>
                  <a:pt x="0" y="0"/>
                </a:moveTo>
                <a:lnTo>
                  <a:pt x="7360134" y="0"/>
                </a:lnTo>
                <a:lnTo>
                  <a:pt x="7360134" y="6664267"/>
                </a:lnTo>
                <a:lnTo>
                  <a:pt x="0" y="66642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true" flipV="false" rot="0">
            <a:off x="8303269" y="8738243"/>
            <a:ext cx="7360133" cy="6664266"/>
          </a:xfrm>
          <a:custGeom>
            <a:avLst/>
            <a:gdLst/>
            <a:ahLst/>
            <a:cxnLst/>
            <a:rect r="r" b="b" t="t" l="l"/>
            <a:pathLst>
              <a:path h="6664266" w="7360133">
                <a:moveTo>
                  <a:pt x="7360133" y="0"/>
                </a:moveTo>
                <a:lnTo>
                  <a:pt x="0" y="0"/>
                </a:lnTo>
                <a:lnTo>
                  <a:pt x="0" y="6664266"/>
                </a:lnTo>
                <a:lnTo>
                  <a:pt x="7360133" y="6664266"/>
                </a:lnTo>
                <a:lnTo>
                  <a:pt x="7360133"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5" id="5"/>
          <p:cNvGrpSpPr/>
          <p:nvPr/>
        </p:nvGrpSpPr>
        <p:grpSpPr>
          <a:xfrm rot="0">
            <a:off x="1028700" y="1028700"/>
            <a:ext cx="5994124" cy="1773322"/>
            <a:chOff x="0" y="0"/>
            <a:chExt cx="2747400" cy="812800"/>
          </a:xfrm>
        </p:grpSpPr>
        <p:sp>
          <p:nvSpPr>
            <p:cNvPr name="Freeform 6" id="6"/>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9BDAE9"/>
            </a:solidFill>
            <a:ln cap="sq">
              <a:noFill/>
              <a:prstDash val="solid"/>
              <a:miter/>
            </a:ln>
          </p:spPr>
        </p:sp>
        <p:sp>
          <p:nvSpPr>
            <p:cNvPr name="TextBox 7" id="7"/>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170884" y="1170884"/>
            <a:ext cx="5994124" cy="1773322"/>
            <a:chOff x="0" y="0"/>
            <a:chExt cx="2747400" cy="812800"/>
          </a:xfrm>
        </p:grpSpPr>
        <p:sp>
          <p:nvSpPr>
            <p:cNvPr name="Freeform 9" id="9"/>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000000">
                <a:alpha val="0"/>
              </a:srgbClr>
            </a:solidFill>
            <a:ln w="66675" cap="sq">
              <a:solidFill>
                <a:srgbClr val="56C3D0"/>
              </a:solidFill>
              <a:prstDash val="solid"/>
              <a:miter/>
            </a:ln>
          </p:spPr>
        </p:sp>
        <p:sp>
          <p:nvSpPr>
            <p:cNvPr name="TextBox 10" id="10"/>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028700" y="3209939"/>
            <a:ext cx="4882567" cy="851368"/>
            <a:chOff x="0" y="0"/>
            <a:chExt cx="1285944" cy="224229"/>
          </a:xfrm>
        </p:grpSpPr>
        <p:sp>
          <p:nvSpPr>
            <p:cNvPr name="Freeform 12" id="12"/>
            <p:cNvSpPr/>
            <p:nvPr/>
          </p:nvSpPr>
          <p:spPr>
            <a:xfrm flipH="false" flipV="false" rot="0">
              <a:off x="0" y="0"/>
              <a:ext cx="1285944" cy="224229"/>
            </a:xfrm>
            <a:custGeom>
              <a:avLst/>
              <a:gdLst/>
              <a:ahLst/>
              <a:cxnLst/>
              <a:rect r="r" b="b" t="t" l="l"/>
              <a:pathLst>
                <a:path h="224229" w="1285944">
                  <a:moveTo>
                    <a:pt x="0" y="0"/>
                  </a:moveTo>
                  <a:lnTo>
                    <a:pt x="1285944" y="0"/>
                  </a:lnTo>
                  <a:lnTo>
                    <a:pt x="1285944" y="224229"/>
                  </a:lnTo>
                  <a:lnTo>
                    <a:pt x="0" y="224229"/>
                  </a:lnTo>
                  <a:close/>
                </a:path>
              </a:pathLst>
            </a:custGeom>
            <a:solidFill>
              <a:srgbClr val="9BDAE9">
                <a:alpha val="49804"/>
              </a:srgbClr>
            </a:solidFill>
          </p:spPr>
        </p:sp>
        <p:sp>
          <p:nvSpPr>
            <p:cNvPr name="TextBox 13" id="13"/>
            <p:cNvSpPr txBox="true"/>
            <p:nvPr/>
          </p:nvSpPr>
          <p:spPr>
            <a:xfrm>
              <a:off x="0" y="-47625"/>
              <a:ext cx="1285944" cy="271854"/>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1028700" y="5895751"/>
            <a:ext cx="2380506" cy="851368"/>
            <a:chOff x="0" y="0"/>
            <a:chExt cx="626964" cy="224229"/>
          </a:xfrm>
        </p:grpSpPr>
        <p:sp>
          <p:nvSpPr>
            <p:cNvPr name="Freeform 15" id="15"/>
            <p:cNvSpPr/>
            <p:nvPr/>
          </p:nvSpPr>
          <p:spPr>
            <a:xfrm flipH="false" flipV="false" rot="0">
              <a:off x="0" y="0"/>
              <a:ext cx="626964" cy="224229"/>
            </a:xfrm>
            <a:custGeom>
              <a:avLst/>
              <a:gdLst/>
              <a:ahLst/>
              <a:cxnLst/>
              <a:rect r="r" b="b" t="t" l="l"/>
              <a:pathLst>
                <a:path h="224229" w="626964">
                  <a:moveTo>
                    <a:pt x="0" y="0"/>
                  </a:moveTo>
                  <a:lnTo>
                    <a:pt x="626964" y="0"/>
                  </a:lnTo>
                  <a:lnTo>
                    <a:pt x="626964" y="224229"/>
                  </a:lnTo>
                  <a:lnTo>
                    <a:pt x="0" y="224229"/>
                  </a:lnTo>
                  <a:close/>
                </a:path>
              </a:pathLst>
            </a:custGeom>
            <a:solidFill>
              <a:srgbClr val="9BDAE9">
                <a:alpha val="49804"/>
              </a:srgbClr>
            </a:solidFill>
          </p:spPr>
        </p:sp>
        <p:sp>
          <p:nvSpPr>
            <p:cNvPr name="TextBox 16" id="16"/>
            <p:cNvSpPr txBox="true"/>
            <p:nvPr/>
          </p:nvSpPr>
          <p:spPr>
            <a:xfrm>
              <a:off x="0" y="-47625"/>
              <a:ext cx="626964" cy="271854"/>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1028700" y="4094338"/>
            <a:ext cx="11764373" cy="1644456"/>
          </a:xfrm>
          <a:prstGeom prst="rect">
            <a:avLst/>
          </a:prstGeom>
        </p:spPr>
        <p:txBody>
          <a:bodyPr anchor="t" rtlCol="false" tIns="0" lIns="0" bIns="0" rIns="0">
            <a:spAutoFit/>
          </a:bodyPr>
          <a:lstStyle/>
          <a:p>
            <a:pPr algn="l">
              <a:lnSpc>
                <a:spcPts val="4381"/>
              </a:lnSpc>
            </a:pPr>
            <a:r>
              <a:rPr lang="en-US" sz="3129">
                <a:solidFill>
                  <a:srgbClr val="000000"/>
                </a:solidFill>
                <a:latin typeface="DG Jory"/>
                <a:ea typeface="DG Jory"/>
                <a:cs typeface="DG Jory"/>
                <a:sym typeface="DG Jory"/>
              </a:rPr>
              <a:t>Lorem ipsum dolor sit amet, consectetur adipiscing elit. Quisque non elit mauris. Cras euismod, metus ac finibus finibus, felis dui suscipit purus, a maximus leo ligula at dolor. Morbi et malesuada purus.</a:t>
            </a:r>
          </a:p>
        </p:txBody>
      </p:sp>
      <p:sp>
        <p:nvSpPr>
          <p:cNvPr name="TextBox 18" id="18"/>
          <p:cNvSpPr txBox="true"/>
          <p:nvPr/>
        </p:nvSpPr>
        <p:spPr>
          <a:xfrm rot="0">
            <a:off x="1028700" y="6928095"/>
            <a:ext cx="11764373" cy="1644456"/>
          </a:xfrm>
          <a:prstGeom prst="rect">
            <a:avLst/>
          </a:prstGeom>
        </p:spPr>
        <p:txBody>
          <a:bodyPr anchor="t" rtlCol="false" tIns="0" lIns="0" bIns="0" rIns="0">
            <a:spAutoFit/>
          </a:bodyPr>
          <a:lstStyle/>
          <a:p>
            <a:pPr algn="l">
              <a:lnSpc>
                <a:spcPts val="4381"/>
              </a:lnSpc>
            </a:pPr>
            <a:r>
              <a:rPr lang="en-US" sz="3129">
                <a:solidFill>
                  <a:srgbClr val="000000"/>
                </a:solidFill>
                <a:latin typeface="DG Jory"/>
                <a:ea typeface="DG Jory"/>
                <a:cs typeface="DG Jory"/>
                <a:sym typeface="DG Jory"/>
              </a:rPr>
              <a:t>Lorem ipsum dolor sit amet, consectetur adipiscing elit. Quisque non elit mauris. Cras euismod, metus ac finibus finibus, felis dui suscipit purus, a maximus leo ligula at dolor. Morbi et malesuada purus.</a:t>
            </a:r>
          </a:p>
        </p:txBody>
      </p:sp>
      <p:sp>
        <p:nvSpPr>
          <p:cNvPr name="TextBox 19" id="19"/>
          <p:cNvSpPr txBox="true"/>
          <p:nvPr/>
        </p:nvSpPr>
        <p:spPr>
          <a:xfrm rot="0">
            <a:off x="1099792" y="3376008"/>
            <a:ext cx="4740383" cy="537764"/>
          </a:xfrm>
          <a:prstGeom prst="rect">
            <a:avLst/>
          </a:prstGeom>
        </p:spPr>
        <p:txBody>
          <a:bodyPr anchor="t" rtlCol="false" tIns="0" lIns="0" bIns="0" rIns="0">
            <a:spAutoFit/>
          </a:bodyPr>
          <a:lstStyle/>
          <a:p>
            <a:pPr algn="ctr">
              <a:lnSpc>
                <a:spcPts val="4479"/>
              </a:lnSpc>
            </a:pPr>
            <a:r>
              <a:rPr lang="en-US" sz="3199">
                <a:solidFill>
                  <a:srgbClr val="000000"/>
                </a:solidFill>
                <a:latin typeface="League Spartan"/>
                <a:ea typeface="League Spartan"/>
                <a:cs typeface="League Spartan"/>
                <a:sym typeface="League Spartan"/>
              </a:rPr>
              <a:t>GENERAL OVERVIEW</a:t>
            </a:r>
          </a:p>
        </p:txBody>
      </p:sp>
      <p:sp>
        <p:nvSpPr>
          <p:cNvPr name="TextBox 20" id="20"/>
          <p:cNvSpPr txBox="true"/>
          <p:nvPr/>
        </p:nvSpPr>
        <p:spPr>
          <a:xfrm rot="0">
            <a:off x="1099792" y="6069325"/>
            <a:ext cx="2238322" cy="537764"/>
          </a:xfrm>
          <a:prstGeom prst="rect">
            <a:avLst/>
          </a:prstGeom>
        </p:spPr>
        <p:txBody>
          <a:bodyPr anchor="t" rtlCol="false" tIns="0" lIns="0" bIns="0" rIns="0">
            <a:spAutoFit/>
          </a:bodyPr>
          <a:lstStyle/>
          <a:p>
            <a:pPr algn="ctr">
              <a:lnSpc>
                <a:spcPts val="4479"/>
              </a:lnSpc>
            </a:pPr>
            <a:r>
              <a:rPr lang="en-US" sz="3199">
                <a:solidFill>
                  <a:srgbClr val="000000"/>
                </a:solidFill>
                <a:latin typeface="League Spartan"/>
                <a:ea typeface="League Spartan"/>
                <a:cs typeface="League Spartan"/>
                <a:sym typeface="League Spartan"/>
              </a:rPr>
              <a:t>HISTORY</a:t>
            </a:r>
          </a:p>
        </p:txBody>
      </p:sp>
      <p:sp>
        <p:nvSpPr>
          <p:cNvPr name="TextBox 21" id="21"/>
          <p:cNvSpPr txBox="true"/>
          <p:nvPr/>
        </p:nvSpPr>
        <p:spPr>
          <a:xfrm rot="0">
            <a:off x="1137260" y="1541062"/>
            <a:ext cx="6027748" cy="748598"/>
          </a:xfrm>
          <a:prstGeom prst="rect">
            <a:avLst/>
          </a:prstGeom>
        </p:spPr>
        <p:txBody>
          <a:bodyPr anchor="t" rtlCol="false" tIns="0" lIns="0" bIns="0" rIns="0">
            <a:spAutoFit/>
          </a:bodyPr>
          <a:lstStyle/>
          <a:p>
            <a:pPr algn="ctr">
              <a:lnSpc>
                <a:spcPts val="5917"/>
              </a:lnSpc>
            </a:pPr>
            <a:r>
              <a:rPr lang="en-US" sz="4930">
                <a:solidFill>
                  <a:srgbClr val="000000"/>
                </a:solidFill>
                <a:latin typeface="League Spartan"/>
                <a:ea typeface="League Spartan"/>
                <a:cs typeface="League Spartan"/>
                <a:sym typeface="League Spartan"/>
              </a:rPr>
              <a:t>BACKGROUND</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680067" y="4897467"/>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3834580" y="3617553"/>
            <a:ext cx="5303996" cy="5263546"/>
            <a:chOff x="0" y="0"/>
            <a:chExt cx="1396937" cy="1386284"/>
          </a:xfrm>
        </p:grpSpPr>
        <p:sp>
          <p:nvSpPr>
            <p:cNvPr name="Freeform 4" id="4"/>
            <p:cNvSpPr/>
            <p:nvPr/>
          </p:nvSpPr>
          <p:spPr>
            <a:xfrm flipH="false" flipV="false" rot="0">
              <a:off x="0" y="0"/>
              <a:ext cx="1396937" cy="1386284"/>
            </a:xfrm>
            <a:custGeom>
              <a:avLst/>
              <a:gdLst/>
              <a:ahLst/>
              <a:cxnLst/>
              <a:rect r="r" b="b" t="t" l="l"/>
              <a:pathLst>
                <a:path h="1386284" w="1396937">
                  <a:moveTo>
                    <a:pt x="0" y="0"/>
                  </a:moveTo>
                  <a:lnTo>
                    <a:pt x="1396937" y="0"/>
                  </a:lnTo>
                  <a:lnTo>
                    <a:pt x="1396937" y="1386284"/>
                  </a:lnTo>
                  <a:lnTo>
                    <a:pt x="0" y="1386284"/>
                  </a:lnTo>
                  <a:close/>
                </a:path>
              </a:pathLst>
            </a:custGeom>
            <a:solidFill>
              <a:srgbClr val="000000">
                <a:alpha val="0"/>
              </a:srgbClr>
            </a:solidFill>
            <a:ln w="38100" cap="sq">
              <a:solidFill>
                <a:srgbClr val="9BDAE9">
                  <a:alpha val="49804"/>
                </a:srgbClr>
              </a:solidFill>
              <a:prstDash val="solid"/>
              <a:miter/>
            </a:ln>
          </p:spPr>
        </p:sp>
        <p:sp>
          <p:nvSpPr>
            <p:cNvPr name="TextBox 5" id="5"/>
            <p:cNvSpPr txBox="true"/>
            <p:nvPr/>
          </p:nvSpPr>
          <p:spPr>
            <a:xfrm>
              <a:off x="0" y="-47625"/>
              <a:ext cx="1396937" cy="1433909"/>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9447602" y="3617553"/>
            <a:ext cx="5303996" cy="5263546"/>
            <a:chOff x="0" y="0"/>
            <a:chExt cx="1396937" cy="1386284"/>
          </a:xfrm>
        </p:grpSpPr>
        <p:sp>
          <p:nvSpPr>
            <p:cNvPr name="Freeform 7" id="7"/>
            <p:cNvSpPr/>
            <p:nvPr/>
          </p:nvSpPr>
          <p:spPr>
            <a:xfrm flipH="false" flipV="false" rot="0">
              <a:off x="0" y="0"/>
              <a:ext cx="1396937" cy="1386284"/>
            </a:xfrm>
            <a:custGeom>
              <a:avLst/>
              <a:gdLst/>
              <a:ahLst/>
              <a:cxnLst/>
              <a:rect r="r" b="b" t="t" l="l"/>
              <a:pathLst>
                <a:path h="1386284" w="1396937">
                  <a:moveTo>
                    <a:pt x="0" y="0"/>
                  </a:moveTo>
                  <a:lnTo>
                    <a:pt x="1396937" y="0"/>
                  </a:lnTo>
                  <a:lnTo>
                    <a:pt x="1396937" y="1386284"/>
                  </a:lnTo>
                  <a:lnTo>
                    <a:pt x="0" y="1386284"/>
                  </a:lnTo>
                  <a:close/>
                </a:path>
              </a:pathLst>
            </a:custGeom>
            <a:solidFill>
              <a:srgbClr val="000000">
                <a:alpha val="0"/>
              </a:srgbClr>
            </a:solidFill>
            <a:ln w="38100" cap="sq">
              <a:solidFill>
                <a:srgbClr val="9BDAE9">
                  <a:alpha val="49804"/>
                </a:srgbClr>
              </a:solidFill>
              <a:prstDash val="solid"/>
              <a:miter/>
            </a:ln>
          </p:spPr>
        </p:sp>
        <p:sp>
          <p:nvSpPr>
            <p:cNvPr name="TextBox 8" id="8"/>
            <p:cNvSpPr txBox="true"/>
            <p:nvPr/>
          </p:nvSpPr>
          <p:spPr>
            <a:xfrm>
              <a:off x="0" y="-47625"/>
              <a:ext cx="1396937" cy="1433909"/>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true" flipV="true" rot="0">
            <a:off x="14607933" y="-1261755"/>
            <a:ext cx="7360133" cy="6664266"/>
          </a:xfrm>
          <a:custGeom>
            <a:avLst/>
            <a:gdLst/>
            <a:ahLst/>
            <a:cxnLst/>
            <a:rect r="r" b="b" t="t" l="l"/>
            <a:pathLst>
              <a:path h="6664266" w="7360133">
                <a:moveTo>
                  <a:pt x="7360134" y="6664267"/>
                </a:moveTo>
                <a:lnTo>
                  <a:pt x="0" y="6664267"/>
                </a:lnTo>
                <a:lnTo>
                  <a:pt x="0" y="0"/>
                </a:lnTo>
                <a:lnTo>
                  <a:pt x="7360134" y="0"/>
                </a:lnTo>
                <a:lnTo>
                  <a:pt x="7360134" y="666426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4757022" y="6029979"/>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1" id="11"/>
          <p:cNvSpPr/>
          <p:nvPr/>
        </p:nvSpPr>
        <p:spPr>
          <a:xfrm flipH="true" flipV="true" rot="0">
            <a:off x="-3530978" y="-2407245"/>
            <a:ext cx="7360133" cy="6664266"/>
          </a:xfrm>
          <a:custGeom>
            <a:avLst/>
            <a:gdLst/>
            <a:ahLst/>
            <a:cxnLst/>
            <a:rect r="r" b="b" t="t" l="l"/>
            <a:pathLst>
              <a:path h="6664266" w="7360133">
                <a:moveTo>
                  <a:pt x="7360134" y="6664266"/>
                </a:moveTo>
                <a:lnTo>
                  <a:pt x="0" y="6664266"/>
                </a:lnTo>
                <a:lnTo>
                  <a:pt x="0" y="0"/>
                </a:lnTo>
                <a:lnTo>
                  <a:pt x="7360134" y="0"/>
                </a:lnTo>
                <a:lnTo>
                  <a:pt x="7360134" y="6664266"/>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12" id="12"/>
          <p:cNvSpPr txBox="true"/>
          <p:nvPr/>
        </p:nvSpPr>
        <p:spPr>
          <a:xfrm rot="0">
            <a:off x="5126492" y="4057063"/>
            <a:ext cx="2848535" cy="460321"/>
          </a:xfrm>
          <a:prstGeom prst="rect">
            <a:avLst/>
          </a:prstGeom>
        </p:spPr>
        <p:txBody>
          <a:bodyPr anchor="t" rtlCol="false" tIns="0" lIns="0" bIns="0" rIns="0">
            <a:spAutoFit/>
          </a:bodyPr>
          <a:lstStyle/>
          <a:p>
            <a:pPr algn="ctr">
              <a:lnSpc>
                <a:spcPts val="3500"/>
              </a:lnSpc>
            </a:pPr>
            <a:r>
              <a:rPr lang="en-US" sz="3500">
                <a:solidFill>
                  <a:srgbClr val="000000"/>
                </a:solidFill>
                <a:latin typeface="League Spartan"/>
                <a:ea typeface="League Spartan"/>
                <a:cs typeface="League Spartan"/>
                <a:sym typeface="League Spartan"/>
              </a:rPr>
              <a:t>GOAL </a:t>
            </a:r>
            <a:r>
              <a:rPr lang="en-US" sz="3500">
                <a:solidFill>
                  <a:srgbClr val="000000"/>
                </a:solidFill>
                <a:latin typeface="League Spartan"/>
                <a:ea typeface="League Spartan"/>
                <a:cs typeface="League Spartan"/>
                <a:sym typeface="League Spartan"/>
              </a:rPr>
              <a:t>01</a:t>
            </a:r>
          </a:p>
        </p:txBody>
      </p:sp>
      <p:sp>
        <p:nvSpPr>
          <p:cNvPr name="TextBox 13" id="13"/>
          <p:cNvSpPr txBox="true"/>
          <p:nvPr/>
        </p:nvSpPr>
        <p:spPr>
          <a:xfrm rot="0">
            <a:off x="10723700" y="4057063"/>
            <a:ext cx="2848535" cy="460321"/>
          </a:xfrm>
          <a:prstGeom prst="rect">
            <a:avLst/>
          </a:prstGeom>
        </p:spPr>
        <p:txBody>
          <a:bodyPr anchor="t" rtlCol="false" tIns="0" lIns="0" bIns="0" rIns="0">
            <a:spAutoFit/>
          </a:bodyPr>
          <a:lstStyle/>
          <a:p>
            <a:pPr algn="ctr">
              <a:lnSpc>
                <a:spcPts val="3500"/>
              </a:lnSpc>
            </a:pPr>
            <a:r>
              <a:rPr lang="en-US" sz="3500">
                <a:solidFill>
                  <a:srgbClr val="000000"/>
                </a:solidFill>
                <a:latin typeface="League Spartan"/>
                <a:ea typeface="League Spartan"/>
                <a:cs typeface="League Spartan"/>
                <a:sym typeface="League Spartan"/>
              </a:rPr>
              <a:t>GOAL </a:t>
            </a:r>
            <a:r>
              <a:rPr lang="en-US" sz="3500">
                <a:solidFill>
                  <a:srgbClr val="000000"/>
                </a:solidFill>
                <a:latin typeface="League Spartan"/>
                <a:ea typeface="League Spartan"/>
                <a:cs typeface="League Spartan"/>
                <a:sym typeface="League Spartan"/>
              </a:rPr>
              <a:t>02</a:t>
            </a:r>
          </a:p>
        </p:txBody>
      </p:sp>
      <p:sp>
        <p:nvSpPr>
          <p:cNvPr name="TextBox 14" id="14"/>
          <p:cNvSpPr txBox="true"/>
          <p:nvPr/>
        </p:nvSpPr>
        <p:spPr>
          <a:xfrm rot="0">
            <a:off x="4387343" y="4654116"/>
            <a:ext cx="4326834" cy="3854147"/>
          </a:xfrm>
          <a:prstGeom prst="rect">
            <a:avLst/>
          </a:prstGeom>
        </p:spPr>
        <p:txBody>
          <a:bodyPr anchor="t" rtlCol="false" tIns="0" lIns="0" bIns="0" rIns="0">
            <a:spAutoFit/>
          </a:bodyPr>
          <a:lstStyle/>
          <a:p>
            <a:pPr algn="ctr">
              <a:lnSpc>
                <a:spcPts val="4381"/>
              </a:lnSpc>
            </a:pPr>
            <a:r>
              <a:rPr lang="en-US" sz="3129">
                <a:solidFill>
                  <a:srgbClr val="000000"/>
                </a:solidFill>
                <a:latin typeface="DG Jory"/>
                <a:ea typeface="DG Jory"/>
                <a:cs typeface="DG Jory"/>
                <a:sym typeface="DG Jory"/>
              </a:rPr>
              <a:t>Lorem ipsum dolor sit amet, consectetur adipiscing elit. Quisque non elit mauris. Cras euismod, metus ac finibus finibus, felis dui suscipit purus, a maximus leo ligula at dolor.</a:t>
            </a:r>
          </a:p>
        </p:txBody>
      </p:sp>
      <p:sp>
        <p:nvSpPr>
          <p:cNvPr name="TextBox 15" id="15"/>
          <p:cNvSpPr txBox="true"/>
          <p:nvPr/>
        </p:nvSpPr>
        <p:spPr>
          <a:xfrm rot="0">
            <a:off x="9984550" y="4654116"/>
            <a:ext cx="4326834" cy="3854147"/>
          </a:xfrm>
          <a:prstGeom prst="rect">
            <a:avLst/>
          </a:prstGeom>
        </p:spPr>
        <p:txBody>
          <a:bodyPr anchor="t" rtlCol="false" tIns="0" lIns="0" bIns="0" rIns="0">
            <a:spAutoFit/>
          </a:bodyPr>
          <a:lstStyle/>
          <a:p>
            <a:pPr algn="ctr">
              <a:lnSpc>
                <a:spcPts val="4381"/>
              </a:lnSpc>
            </a:pPr>
            <a:r>
              <a:rPr lang="en-US" sz="3129">
                <a:solidFill>
                  <a:srgbClr val="000000"/>
                </a:solidFill>
                <a:latin typeface="DG Jory"/>
                <a:ea typeface="DG Jory"/>
                <a:cs typeface="DG Jory"/>
                <a:sym typeface="DG Jory"/>
              </a:rPr>
              <a:t>Lorem ipsum dolor sit amet, consectetur adipiscing elit. Quisque non elit mauris. Cras euismod, metus ac finibus finibus, felis dui suscipit purus, a maximus leo ligula at dolor.</a:t>
            </a:r>
          </a:p>
        </p:txBody>
      </p:sp>
      <p:grpSp>
        <p:nvGrpSpPr>
          <p:cNvPr name="Group 16" id="16"/>
          <p:cNvGrpSpPr/>
          <p:nvPr/>
        </p:nvGrpSpPr>
        <p:grpSpPr>
          <a:xfrm rot="0">
            <a:off x="6021566" y="1558017"/>
            <a:ext cx="5994124" cy="1773322"/>
            <a:chOff x="0" y="0"/>
            <a:chExt cx="2747400" cy="812800"/>
          </a:xfrm>
        </p:grpSpPr>
        <p:sp>
          <p:nvSpPr>
            <p:cNvPr name="Freeform 17" id="17"/>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9BDAE9"/>
            </a:solidFill>
            <a:ln cap="sq">
              <a:noFill/>
              <a:prstDash val="solid"/>
              <a:miter/>
            </a:ln>
          </p:spPr>
        </p:sp>
        <p:sp>
          <p:nvSpPr>
            <p:cNvPr name="TextBox 18" id="18"/>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6163750" y="1700201"/>
            <a:ext cx="5994124" cy="1773322"/>
            <a:chOff x="0" y="0"/>
            <a:chExt cx="2747400" cy="812800"/>
          </a:xfrm>
        </p:grpSpPr>
        <p:sp>
          <p:nvSpPr>
            <p:cNvPr name="Freeform 20" id="20"/>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000000">
                <a:alpha val="0"/>
              </a:srgbClr>
            </a:solidFill>
            <a:ln w="66675" cap="sq">
              <a:solidFill>
                <a:srgbClr val="56C3D0"/>
              </a:solidFill>
              <a:prstDash val="solid"/>
              <a:miter/>
            </a:ln>
          </p:spPr>
        </p:sp>
        <p:sp>
          <p:nvSpPr>
            <p:cNvPr name="TextBox 21" id="21"/>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sp>
        <p:nvSpPr>
          <p:cNvPr name="TextBox 22" id="22"/>
          <p:cNvSpPr txBox="true"/>
          <p:nvPr/>
        </p:nvSpPr>
        <p:spPr>
          <a:xfrm rot="0">
            <a:off x="6130126" y="2070379"/>
            <a:ext cx="6027748" cy="748598"/>
          </a:xfrm>
          <a:prstGeom prst="rect">
            <a:avLst/>
          </a:prstGeom>
        </p:spPr>
        <p:txBody>
          <a:bodyPr anchor="t" rtlCol="false" tIns="0" lIns="0" bIns="0" rIns="0">
            <a:spAutoFit/>
          </a:bodyPr>
          <a:lstStyle/>
          <a:p>
            <a:pPr algn="ctr">
              <a:lnSpc>
                <a:spcPts val="5917"/>
              </a:lnSpc>
            </a:pPr>
            <a:r>
              <a:rPr lang="en-US" sz="4930">
                <a:solidFill>
                  <a:srgbClr val="000000"/>
                </a:solidFill>
                <a:latin typeface="League Spartan"/>
                <a:ea typeface="League Spartan"/>
                <a:cs typeface="League Spartan"/>
                <a:sym typeface="League Spartan"/>
              </a:rPr>
              <a:t>GOALS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680067" y="4897467"/>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607933" y="-1261755"/>
            <a:ext cx="7360133" cy="6664266"/>
          </a:xfrm>
          <a:custGeom>
            <a:avLst/>
            <a:gdLst/>
            <a:ahLst/>
            <a:cxnLst/>
            <a:rect r="r" b="b" t="t" l="l"/>
            <a:pathLst>
              <a:path h="6664266" w="7360133">
                <a:moveTo>
                  <a:pt x="7360134" y="6664267"/>
                </a:moveTo>
                <a:lnTo>
                  <a:pt x="0" y="6664267"/>
                </a:lnTo>
                <a:lnTo>
                  <a:pt x="0" y="0"/>
                </a:lnTo>
                <a:lnTo>
                  <a:pt x="7360134" y="0"/>
                </a:lnTo>
                <a:lnTo>
                  <a:pt x="7360134" y="666426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57022" y="6029979"/>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true" flipV="true" rot="0">
            <a:off x="-3530978" y="-2407245"/>
            <a:ext cx="7360133" cy="6664266"/>
          </a:xfrm>
          <a:custGeom>
            <a:avLst/>
            <a:gdLst/>
            <a:ahLst/>
            <a:cxnLst/>
            <a:rect r="r" b="b" t="t" l="l"/>
            <a:pathLst>
              <a:path h="6664266" w="7360133">
                <a:moveTo>
                  <a:pt x="7360134" y="6664266"/>
                </a:moveTo>
                <a:lnTo>
                  <a:pt x="0" y="6664266"/>
                </a:lnTo>
                <a:lnTo>
                  <a:pt x="0" y="0"/>
                </a:lnTo>
                <a:lnTo>
                  <a:pt x="7360134" y="0"/>
                </a:lnTo>
                <a:lnTo>
                  <a:pt x="7360134" y="6664266"/>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6" id="6"/>
          <p:cNvSpPr txBox="true"/>
          <p:nvPr/>
        </p:nvSpPr>
        <p:spPr>
          <a:xfrm rot="0">
            <a:off x="4100171" y="3898202"/>
            <a:ext cx="10087659" cy="4958993"/>
          </a:xfrm>
          <a:prstGeom prst="rect">
            <a:avLst/>
          </a:prstGeom>
        </p:spPr>
        <p:txBody>
          <a:bodyPr anchor="t" rtlCol="false" tIns="0" lIns="0" bIns="0" rIns="0">
            <a:spAutoFit/>
          </a:bodyPr>
          <a:lstStyle/>
          <a:p>
            <a:pPr algn="l" marL="675648" indent="-337824" lvl="1">
              <a:lnSpc>
                <a:spcPts val="4381"/>
              </a:lnSpc>
              <a:buFont typeface="Arial"/>
              <a:buChar char="•"/>
            </a:pPr>
            <a:r>
              <a:rPr lang="en-US" sz="3129">
                <a:solidFill>
                  <a:srgbClr val="000000"/>
                </a:solidFill>
                <a:latin typeface="DG Jory"/>
                <a:ea typeface="DG Jory"/>
                <a:cs typeface="DG Jory"/>
                <a:sym typeface="DG Jory"/>
              </a:rPr>
              <a:t>Lorem ipsum dolor sit amet, consectetur adipiscing elit. Quisque non elit mauris. Cras euismod, metus ac finibus finibus, felis dui suscipit purus, a maximus leo ligula at dolor.</a:t>
            </a:r>
          </a:p>
          <a:p>
            <a:pPr algn="l" marL="675648" indent="-337824" lvl="1">
              <a:lnSpc>
                <a:spcPts val="4381"/>
              </a:lnSpc>
              <a:buFont typeface="Arial"/>
              <a:buChar char="•"/>
            </a:pPr>
            <a:r>
              <a:rPr lang="en-US" sz="3129">
                <a:solidFill>
                  <a:srgbClr val="000000"/>
                </a:solidFill>
                <a:latin typeface="DG Jory"/>
                <a:ea typeface="DG Jory"/>
                <a:cs typeface="DG Jory"/>
                <a:sym typeface="DG Jory"/>
              </a:rPr>
              <a:t>Lorem ipsum dolor sit amet, consectetur adipiscing elit. Quisque non elit mauris. Cras euismod, metus ac finibus finibus, felis dui suscipit purus, a maximus leo ligula at dolor.</a:t>
            </a:r>
          </a:p>
          <a:p>
            <a:pPr algn="l" marL="675648" indent="-337824" lvl="1">
              <a:lnSpc>
                <a:spcPts val="4381"/>
              </a:lnSpc>
              <a:buFont typeface="Arial"/>
              <a:buChar char="•"/>
            </a:pPr>
            <a:r>
              <a:rPr lang="en-US" sz="3129">
                <a:solidFill>
                  <a:srgbClr val="000000"/>
                </a:solidFill>
                <a:latin typeface="DG Jory"/>
                <a:ea typeface="DG Jory"/>
                <a:cs typeface="DG Jory"/>
                <a:sym typeface="DG Jory"/>
              </a:rPr>
              <a:t>Lorem ipsum dolor sit amet, consectetur adipiscing elit. Quisque non elit mauris. Cras euismod, metus ac finibus finibus, felis dui suscipit purus, a maximus leo ligula at dolor.</a:t>
            </a:r>
          </a:p>
        </p:txBody>
      </p:sp>
      <p:grpSp>
        <p:nvGrpSpPr>
          <p:cNvPr name="Group 7" id="7"/>
          <p:cNvGrpSpPr/>
          <p:nvPr/>
        </p:nvGrpSpPr>
        <p:grpSpPr>
          <a:xfrm rot="0">
            <a:off x="6021566" y="1558017"/>
            <a:ext cx="5994124" cy="1773322"/>
            <a:chOff x="0" y="0"/>
            <a:chExt cx="2747400" cy="812800"/>
          </a:xfrm>
        </p:grpSpPr>
        <p:sp>
          <p:nvSpPr>
            <p:cNvPr name="Freeform 8" id="8"/>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9BDAE9"/>
            </a:solidFill>
            <a:ln cap="sq">
              <a:noFill/>
              <a:prstDash val="solid"/>
              <a:miter/>
            </a:ln>
          </p:spPr>
        </p:sp>
        <p:sp>
          <p:nvSpPr>
            <p:cNvPr name="TextBox 9" id="9"/>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6163750" y="1700201"/>
            <a:ext cx="5994124" cy="1773322"/>
            <a:chOff x="0" y="0"/>
            <a:chExt cx="2747400" cy="812800"/>
          </a:xfrm>
        </p:grpSpPr>
        <p:sp>
          <p:nvSpPr>
            <p:cNvPr name="Freeform 11" id="11"/>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000000">
                <a:alpha val="0"/>
              </a:srgbClr>
            </a:solidFill>
            <a:ln w="66675" cap="sq">
              <a:solidFill>
                <a:srgbClr val="56C3D0"/>
              </a:solidFill>
              <a:prstDash val="solid"/>
              <a:miter/>
            </a:ln>
          </p:spPr>
        </p:sp>
        <p:sp>
          <p:nvSpPr>
            <p:cNvPr name="TextBox 12" id="12"/>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6130126" y="2070379"/>
            <a:ext cx="6027748" cy="748598"/>
          </a:xfrm>
          <a:prstGeom prst="rect">
            <a:avLst/>
          </a:prstGeom>
        </p:spPr>
        <p:txBody>
          <a:bodyPr anchor="t" rtlCol="false" tIns="0" lIns="0" bIns="0" rIns="0">
            <a:spAutoFit/>
          </a:bodyPr>
          <a:lstStyle/>
          <a:p>
            <a:pPr algn="ctr">
              <a:lnSpc>
                <a:spcPts val="5917"/>
              </a:lnSpc>
            </a:pPr>
            <a:r>
              <a:rPr lang="en-US" sz="4930">
                <a:solidFill>
                  <a:srgbClr val="000000"/>
                </a:solidFill>
                <a:latin typeface="League Spartan"/>
                <a:ea typeface="League Spartan"/>
                <a:cs typeface="League Spartan"/>
                <a:sym typeface="League Spartan"/>
              </a:rPr>
              <a:t>PROBLEMS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13082137" y="-495020"/>
            <a:ext cx="9287959" cy="8409825"/>
          </a:xfrm>
          <a:custGeom>
            <a:avLst/>
            <a:gdLst/>
            <a:ahLst/>
            <a:cxnLst/>
            <a:rect r="r" b="b" t="t" l="l"/>
            <a:pathLst>
              <a:path h="8409825" w="9287959">
                <a:moveTo>
                  <a:pt x="9287960" y="8409824"/>
                </a:moveTo>
                <a:lnTo>
                  <a:pt x="0" y="8409824"/>
                </a:lnTo>
                <a:lnTo>
                  <a:pt x="0" y="0"/>
                </a:lnTo>
                <a:lnTo>
                  <a:pt x="9287960" y="0"/>
                </a:lnTo>
                <a:lnTo>
                  <a:pt x="9287960" y="840982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607933" y="8049787"/>
            <a:ext cx="7360133" cy="6664266"/>
          </a:xfrm>
          <a:custGeom>
            <a:avLst/>
            <a:gdLst/>
            <a:ahLst/>
            <a:cxnLst/>
            <a:rect r="r" b="b" t="t" l="l"/>
            <a:pathLst>
              <a:path h="6664266" w="7360133">
                <a:moveTo>
                  <a:pt x="0" y="0"/>
                </a:moveTo>
                <a:lnTo>
                  <a:pt x="7360134" y="0"/>
                </a:lnTo>
                <a:lnTo>
                  <a:pt x="7360134" y="6664267"/>
                </a:lnTo>
                <a:lnTo>
                  <a:pt x="0" y="66642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true" flipV="false" rot="0">
            <a:off x="8303269" y="8738243"/>
            <a:ext cx="7360133" cy="6664266"/>
          </a:xfrm>
          <a:custGeom>
            <a:avLst/>
            <a:gdLst/>
            <a:ahLst/>
            <a:cxnLst/>
            <a:rect r="r" b="b" t="t" l="l"/>
            <a:pathLst>
              <a:path h="6664266" w="7360133">
                <a:moveTo>
                  <a:pt x="7360133" y="0"/>
                </a:moveTo>
                <a:lnTo>
                  <a:pt x="0" y="0"/>
                </a:lnTo>
                <a:lnTo>
                  <a:pt x="0" y="6664266"/>
                </a:lnTo>
                <a:lnTo>
                  <a:pt x="7360133" y="6664266"/>
                </a:lnTo>
                <a:lnTo>
                  <a:pt x="7360133"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5" id="5"/>
          <p:cNvSpPr txBox="true"/>
          <p:nvPr/>
        </p:nvSpPr>
        <p:spPr>
          <a:xfrm rot="0">
            <a:off x="1028700" y="3917971"/>
            <a:ext cx="10964915" cy="4406570"/>
          </a:xfrm>
          <a:prstGeom prst="rect">
            <a:avLst/>
          </a:prstGeom>
        </p:spPr>
        <p:txBody>
          <a:bodyPr anchor="t" rtlCol="false" tIns="0" lIns="0" bIns="0" rIns="0">
            <a:spAutoFit/>
          </a:bodyPr>
          <a:lstStyle/>
          <a:p>
            <a:pPr algn="l" marL="675648" indent="-337824" lvl="1">
              <a:lnSpc>
                <a:spcPts val="4381"/>
              </a:lnSpc>
              <a:buFont typeface="Arial"/>
              <a:buChar char="•"/>
            </a:pPr>
            <a:r>
              <a:rPr lang="en-US" sz="3129">
                <a:solidFill>
                  <a:srgbClr val="000000"/>
                </a:solidFill>
                <a:latin typeface="DG Jory"/>
                <a:ea typeface="DG Jory"/>
                <a:cs typeface="DG Jory"/>
                <a:sym typeface="DG Jory"/>
              </a:rPr>
              <a:t>Lorem ipsum dolor sit amet, consectetur adipiscing elit. Quisque non elit mauris. Cras euismod, metus ac finibus finibus, felis dui suscipit purus, a maximus leo ligula at dolor. Morbi et malesuada purus. Phasellus a lacus sit amet urna tempor sollicitudin.</a:t>
            </a:r>
          </a:p>
          <a:p>
            <a:pPr algn="l" marL="675648" indent="-337824" lvl="1">
              <a:lnSpc>
                <a:spcPts val="4381"/>
              </a:lnSpc>
              <a:buFont typeface="Arial"/>
              <a:buChar char="•"/>
            </a:pPr>
            <a:r>
              <a:rPr lang="en-US" sz="3129">
                <a:solidFill>
                  <a:srgbClr val="000000"/>
                </a:solidFill>
                <a:latin typeface="DG Jory"/>
                <a:ea typeface="DG Jory"/>
                <a:cs typeface="DG Jory"/>
                <a:sym typeface="DG Jory"/>
              </a:rPr>
              <a:t>Lorem ipsum dolor sit amet, consectetur adipiscing elit. Quisque non elit mauris. Cras euismod, metus ac finibus finibus, felis dui suscipit purus, a maximus leo ligula at dolor. Morbi et malesuada purus. Phasellus a lacus sit amet urna tempor sollicitudin.</a:t>
            </a:r>
          </a:p>
        </p:txBody>
      </p:sp>
      <p:grpSp>
        <p:nvGrpSpPr>
          <p:cNvPr name="Group 6" id="6"/>
          <p:cNvGrpSpPr/>
          <p:nvPr/>
        </p:nvGrpSpPr>
        <p:grpSpPr>
          <a:xfrm rot="0">
            <a:off x="1202807" y="1621421"/>
            <a:ext cx="5994124" cy="1773322"/>
            <a:chOff x="0" y="0"/>
            <a:chExt cx="2747400" cy="812800"/>
          </a:xfrm>
        </p:grpSpPr>
        <p:sp>
          <p:nvSpPr>
            <p:cNvPr name="Freeform 7" id="7"/>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9BDAE9"/>
            </a:solidFill>
            <a:ln cap="sq">
              <a:noFill/>
              <a:prstDash val="solid"/>
              <a:miter/>
            </a:ln>
          </p:spPr>
        </p:sp>
        <p:sp>
          <p:nvSpPr>
            <p:cNvPr name="TextBox 8" id="8"/>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344991" y="1763605"/>
            <a:ext cx="5994124" cy="1773322"/>
            <a:chOff x="0" y="0"/>
            <a:chExt cx="2747400" cy="812800"/>
          </a:xfrm>
        </p:grpSpPr>
        <p:sp>
          <p:nvSpPr>
            <p:cNvPr name="Freeform 10" id="10"/>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000000">
                <a:alpha val="0"/>
              </a:srgbClr>
            </a:solidFill>
            <a:ln w="66675" cap="sq">
              <a:solidFill>
                <a:srgbClr val="56C3D0"/>
              </a:solidFill>
              <a:prstDash val="solid"/>
              <a:miter/>
            </a:ln>
          </p:spPr>
        </p:sp>
        <p:sp>
          <p:nvSpPr>
            <p:cNvPr name="TextBox 11" id="11"/>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311367" y="2133783"/>
            <a:ext cx="6027748" cy="748598"/>
          </a:xfrm>
          <a:prstGeom prst="rect">
            <a:avLst/>
          </a:prstGeom>
        </p:spPr>
        <p:txBody>
          <a:bodyPr anchor="t" rtlCol="false" tIns="0" lIns="0" bIns="0" rIns="0">
            <a:spAutoFit/>
          </a:bodyPr>
          <a:lstStyle/>
          <a:p>
            <a:pPr algn="ctr">
              <a:lnSpc>
                <a:spcPts val="5917"/>
              </a:lnSpc>
            </a:pPr>
            <a:r>
              <a:rPr lang="en-US" sz="4930">
                <a:solidFill>
                  <a:srgbClr val="000000"/>
                </a:solidFill>
                <a:latin typeface="League Spartan"/>
                <a:ea typeface="League Spartan"/>
                <a:cs typeface="League Spartan"/>
                <a:sym typeface="League Spartan"/>
              </a:rPr>
              <a:t>HYPOTHESIS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834580" y="3617553"/>
            <a:ext cx="5303996" cy="5263546"/>
            <a:chOff x="0" y="0"/>
            <a:chExt cx="1396937" cy="1386284"/>
          </a:xfrm>
        </p:grpSpPr>
        <p:sp>
          <p:nvSpPr>
            <p:cNvPr name="Freeform 3" id="3"/>
            <p:cNvSpPr/>
            <p:nvPr/>
          </p:nvSpPr>
          <p:spPr>
            <a:xfrm flipH="false" flipV="false" rot="0">
              <a:off x="0" y="0"/>
              <a:ext cx="1396937" cy="1386284"/>
            </a:xfrm>
            <a:custGeom>
              <a:avLst/>
              <a:gdLst/>
              <a:ahLst/>
              <a:cxnLst/>
              <a:rect r="r" b="b" t="t" l="l"/>
              <a:pathLst>
                <a:path h="1386284" w="1396937">
                  <a:moveTo>
                    <a:pt x="0" y="0"/>
                  </a:moveTo>
                  <a:lnTo>
                    <a:pt x="1396937" y="0"/>
                  </a:lnTo>
                  <a:lnTo>
                    <a:pt x="1396937" y="1386284"/>
                  </a:lnTo>
                  <a:lnTo>
                    <a:pt x="0" y="1386284"/>
                  </a:lnTo>
                  <a:close/>
                </a:path>
              </a:pathLst>
            </a:custGeom>
            <a:solidFill>
              <a:srgbClr val="000000">
                <a:alpha val="0"/>
              </a:srgbClr>
            </a:solidFill>
            <a:ln w="38100" cap="sq">
              <a:solidFill>
                <a:srgbClr val="9BDAE9">
                  <a:alpha val="49804"/>
                </a:srgbClr>
              </a:solidFill>
              <a:prstDash val="solid"/>
              <a:miter/>
            </a:ln>
          </p:spPr>
        </p:sp>
        <p:sp>
          <p:nvSpPr>
            <p:cNvPr name="TextBox 4" id="4"/>
            <p:cNvSpPr txBox="true"/>
            <p:nvPr/>
          </p:nvSpPr>
          <p:spPr>
            <a:xfrm>
              <a:off x="0" y="-47625"/>
              <a:ext cx="1396937" cy="143390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9447602" y="3617553"/>
            <a:ext cx="5303996" cy="5263546"/>
            <a:chOff x="0" y="0"/>
            <a:chExt cx="1396937" cy="1386284"/>
          </a:xfrm>
        </p:grpSpPr>
        <p:sp>
          <p:nvSpPr>
            <p:cNvPr name="Freeform 6" id="6"/>
            <p:cNvSpPr/>
            <p:nvPr/>
          </p:nvSpPr>
          <p:spPr>
            <a:xfrm flipH="false" flipV="false" rot="0">
              <a:off x="0" y="0"/>
              <a:ext cx="1396937" cy="1386284"/>
            </a:xfrm>
            <a:custGeom>
              <a:avLst/>
              <a:gdLst/>
              <a:ahLst/>
              <a:cxnLst/>
              <a:rect r="r" b="b" t="t" l="l"/>
              <a:pathLst>
                <a:path h="1386284" w="1396937">
                  <a:moveTo>
                    <a:pt x="0" y="0"/>
                  </a:moveTo>
                  <a:lnTo>
                    <a:pt x="1396937" y="0"/>
                  </a:lnTo>
                  <a:lnTo>
                    <a:pt x="1396937" y="1386284"/>
                  </a:lnTo>
                  <a:lnTo>
                    <a:pt x="0" y="1386284"/>
                  </a:lnTo>
                  <a:close/>
                </a:path>
              </a:pathLst>
            </a:custGeom>
            <a:solidFill>
              <a:srgbClr val="000000">
                <a:alpha val="0"/>
              </a:srgbClr>
            </a:solidFill>
            <a:ln w="38100" cap="sq">
              <a:solidFill>
                <a:srgbClr val="9BDAE9">
                  <a:alpha val="49804"/>
                </a:srgbClr>
              </a:solidFill>
              <a:prstDash val="solid"/>
              <a:miter/>
            </a:ln>
          </p:spPr>
        </p:sp>
        <p:sp>
          <p:nvSpPr>
            <p:cNvPr name="TextBox 7" id="7"/>
            <p:cNvSpPr txBox="true"/>
            <p:nvPr/>
          </p:nvSpPr>
          <p:spPr>
            <a:xfrm>
              <a:off x="0" y="-47625"/>
              <a:ext cx="1396937" cy="1433909"/>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3680067" y="4897467"/>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true" flipV="true" rot="0">
            <a:off x="14607933" y="-1261755"/>
            <a:ext cx="7360133" cy="6664266"/>
          </a:xfrm>
          <a:custGeom>
            <a:avLst/>
            <a:gdLst/>
            <a:ahLst/>
            <a:cxnLst/>
            <a:rect r="r" b="b" t="t" l="l"/>
            <a:pathLst>
              <a:path h="6664266" w="7360133">
                <a:moveTo>
                  <a:pt x="7360134" y="6664267"/>
                </a:moveTo>
                <a:lnTo>
                  <a:pt x="0" y="6664267"/>
                </a:lnTo>
                <a:lnTo>
                  <a:pt x="0" y="0"/>
                </a:lnTo>
                <a:lnTo>
                  <a:pt x="7360134" y="0"/>
                </a:lnTo>
                <a:lnTo>
                  <a:pt x="7360134" y="666426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4757022" y="6029979"/>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1" id="11"/>
          <p:cNvSpPr/>
          <p:nvPr/>
        </p:nvSpPr>
        <p:spPr>
          <a:xfrm flipH="true" flipV="true" rot="0">
            <a:off x="-3530978" y="-2407245"/>
            <a:ext cx="7360133" cy="6664266"/>
          </a:xfrm>
          <a:custGeom>
            <a:avLst/>
            <a:gdLst/>
            <a:ahLst/>
            <a:cxnLst/>
            <a:rect r="r" b="b" t="t" l="l"/>
            <a:pathLst>
              <a:path h="6664266" w="7360133">
                <a:moveTo>
                  <a:pt x="7360134" y="6664266"/>
                </a:moveTo>
                <a:lnTo>
                  <a:pt x="0" y="6664266"/>
                </a:lnTo>
                <a:lnTo>
                  <a:pt x="0" y="0"/>
                </a:lnTo>
                <a:lnTo>
                  <a:pt x="7360134" y="0"/>
                </a:lnTo>
                <a:lnTo>
                  <a:pt x="7360134" y="6664266"/>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12" id="12"/>
          <p:cNvSpPr txBox="true"/>
          <p:nvPr/>
        </p:nvSpPr>
        <p:spPr>
          <a:xfrm rot="0">
            <a:off x="4249466" y="4109912"/>
            <a:ext cx="4474224" cy="460321"/>
          </a:xfrm>
          <a:prstGeom prst="rect">
            <a:avLst/>
          </a:prstGeom>
        </p:spPr>
        <p:txBody>
          <a:bodyPr anchor="t" rtlCol="false" tIns="0" lIns="0" bIns="0" rIns="0">
            <a:spAutoFit/>
          </a:bodyPr>
          <a:lstStyle/>
          <a:p>
            <a:pPr algn="ctr">
              <a:lnSpc>
                <a:spcPts val="3500"/>
              </a:lnSpc>
            </a:pPr>
            <a:r>
              <a:rPr lang="en-US" sz="3500">
                <a:solidFill>
                  <a:srgbClr val="000000"/>
                </a:solidFill>
                <a:latin typeface="League Spartan"/>
                <a:ea typeface="League Spartan"/>
                <a:cs typeface="League Spartan"/>
                <a:sym typeface="League Spartan"/>
              </a:rPr>
              <a:t>METHOD 01</a:t>
            </a:r>
          </a:p>
        </p:txBody>
      </p:sp>
      <p:sp>
        <p:nvSpPr>
          <p:cNvPr name="TextBox 13" id="13"/>
          <p:cNvSpPr txBox="true"/>
          <p:nvPr/>
        </p:nvSpPr>
        <p:spPr>
          <a:xfrm rot="0">
            <a:off x="9862488" y="4109912"/>
            <a:ext cx="4474224" cy="460321"/>
          </a:xfrm>
          <a:prstGeom prst="rect">
            <a:avLst/>
          </a:prstGeom>
        </p:spPr>
        <p:txBody>
          <a:bodyPr anchor="t" rtlCol="false" tIns="0" lIns="0" bIns="0" rIns="0">
            <a:spAutoFit/>
          </a:bodyPr>
          <a:lstStyle/>
          <a:p>
            <a:pPr algn="ctr">
              <a:lnSpc>
                <a:spcPts val="3500"/>
              </a:lnSpc>
            </a:pPr>
            <a:r>
              <a:rPr lang="en-US" sz="3500">
                <a:solidFill>
                  <a:srgbClr val="000000"/>
                </a:solidFill>
                <a:latin typeface="League Spartan"/>
                <a:ea typeface="League Spartan"/>
                <a:cs typeface="League Spartan"/>
                <a:sym typeface="League Spartan"/>
              </a:rPr>
              <a:t>METHOD 02</a:t>
            </a:r>
          </a:p>
        </p:txBody>
      </p:sp>
      <p:sp>
        <p:nvSpPr>
          <p:cNvPr name="TextBox 14" id="14"/>
          <p:cNvSpPr txBox="true"/>
          <p:nvPr/>
        </p:nvSpPr>
        <p:spPr>
          <a:xfrm rot="0">
            <a:off x="4072892" y="4661713"/>
            <a:ext cx="4827372" cy="3854147"/>
          </a:xfrm>
          <a:prstGeom prst="rect">
            <a:avLst/>
          </a:prstGeom>
        </p:spPr>
        <p:txBody>
          <a:bodyPr anchor="t" rtlCol="false" tIns="0" lIns="0" bIns="0" rIns="0">
            <a:spAutoFit/>
          </a:bodyPr>
          <a:lstStyle/>
          <a:p>
            <a:pPr algn="ctr">
              <a:lnSpc>
                <a:spcPts val="4381"/>
              </a:lnSpc>
            </a:pPr>
            <a:r>
              <a:rPr lang="en-US" sz="3129">
                <a:solidFill>
                  <a:srgbClr val="000000"/>
                </a:solidFill>
                <a:latin typeface="DG Jory"/>
                <a:ea typeface="DG Jory"/>
                <a:cs typeface="DG Jory"/>
                <a:sym typeface="DG Jory"/>
              </a:rPr>
              <a:t>Lorem ipsum dolor sit amet, consectetur adipiscing elit. Quisque non elit mauris. Cras euismod, metus ac finibus finibus, felis dui suscipit purus, a maximus leo ligula at dolor. Morbi et malesuada purus.</a:t>
            </a:r>
          </a:p>
        </p:txBody>
      </p:sp>
      <p:sp>
        <p:nvSpPr>
          <p:cNvPr name="TextBox 15" id="15"/>
          <p:cNvSpPr txBox="true"/>
          <p:nvPr/>
        </p:nvSpPr>
        <p:spPr>
          <a:xfrm rot="0">
            <a:off x="9685915" y="4661713"/>
            <a:ext cx="4827372" cy="3854147"/>
          </a:xfrm>
          <a:prstGeom prst="rect">
            <a:avLst/>
          </a:prstGeom>
        </p:spPr>
        <p:txBody>
          <a:bodyPr anchor="t" rtlCol="false" tIns="0" lIns="0" bIns="0" rIns="0">
            <a:spAutoFit/>
          </a:bodyPr>
          <a:lstStyle/>
          <a:p>
            <a:pPr algn="ctr">
              <a:lnSpc>
                <a:spcPts val="4381"/>
              </a:lnSpc>
            </a:pPr>
            <a:r>
              <a:rPr lang="en-US" sz="3129">
                <a:solidFill>
                  <a:srgbClr val="000000"/>
                </a:solidFill>
                <a:latin typeface="DG Jory"/>
                <a:ea typeface="DG Jory"/>
                <a:cs typeface="DG Jory"/>
                <a:sym typeface="DG Jory"/>
              </a:rPr>
              <a:t>Lorem ipsum dolor sit amet, consectetur adipiscing elit. Quisque non elit mauris. Cras euismod, metus ac finibus finibus, felis dui suscipit purus, a maximus leo ligula at dolor. Morbi et malesuada purus.</a:t>
            </a:r>
          </a:p>
        </p:txBody>
      </p:sp>
      <p:grpSp>
        <p:nvGrpSpPr>
          <p:cNvPr name="Group 16" id="16"/>
          <p:cNvGrpSpPr/>
          <p:nvPr/>
        </p:nvGrpSpPr>
        <p:grpSpPr>
          <a:xfrm rot="0">
            <a:off x="6021566" y="1558017"/>
            <a:ext cx="5994124" cy="1773322"/>
            <a:chOff x="0" y="0"/>
            <a:chExt cx="2747400" cy="812800"/>
          </a:xfrm>
        </p:grpSpPr>
        <p:sp>
          <p:nvSpPr>
            <p:cNvPr name="Freeform 17" id="17"/>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9BDAE9"/>
            </a:solidFill>
            <a:ln cap="sq">
              <a:noFill/>
              <a:prstDash val="solid"/>
              <a:miter/>
            </a:ln>
          </p:spPr>
        </p:sp>
        <p:sp>
          <p:nvSpPr>
            <p:cNvPr name="TextBox 18" id="18"/>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6163750" y="1700201"/>
            <a:ext cx="5994124" cy="1773322"/>
            <a:chOff x="0" y="0"/>
            <a:chExt cx="2747400" cy="812800"/>
          </a:xfrm>
        </p:grpSpPr>
        <p:sp>
          <p:nvSpPr>
            <p:cNvPr name="Freeform 20" id="20"/>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000000">
                <a:alpha val="0"/>
              </a:srgbClr>
            </a:solidFill>
            <a:ln w="66675" cap="sq">
              <a:solidFill>
                <a:srgbClr val="56C3D0"/>
              </a:solidFill>
              <a:prstDash val="solid"/>
              <a:miter/>
            </a:ln>
          </p:spPr>
        </p:sp>
        <p:sp>
          <p:nvSpPr>
            <p:cNvPr name="TextBox 21" id="21"/>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sp>
        <p:nvSpPr>
          <p:cNvPr name="TextBox 22" id="22"/>
          <p:cNvSpPr txBox="true"/>
          <p:nvPr/>
        </p:nvSpPr>
        <p:spPr>
          <a:xfrm rot="0">
            <a:off x="6130126" y="2070379"/>
            <a:ext cx="6027748" cy="748598"/>
          </a:xfrm>
          <a:prstGeom prst="rect">
            <a:avLst/>
          </a:prstGeom>
        </p:spPr>
        <p:txBody>
          <a:bodyPr anchor="t" rtlCol="false" tIns="0" lIns="0" bIns="0" rIns="0">
            <a:spAutoFit/>
          </a:bodyPr>
          <a:lstStyle/>
          <a:p>
            <a:pPr algn="ctr">
              <a:lnSpc>
                <a:spcPts val="5917"/>
              </a:lnSpc>
            </a:pPr>
            <a:r>
              <a:rPr lang="en-US" sz="4930">
                <a:solidFill>
                  <a:srgbClr val="000000"/>
                </a:solidFill>
                <a:latin typeface="League Spartan"/>
                <a:ea typeface="League Spartan"/>
                <a:cs typeface="League Spartan"/>
                <a:sym typeface="League Spartan"/>
              </a:rPr>
              <a:t>METHODOLOGY</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680067" y="4897467"/>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607933" y="-1261755"/>
            <a:ext cx="7360133" cy="6664266"/>
          </a:xfrm>
          <a:custGeom>
            <a:avLst/>
            <a:gdLst/>
            <a:ahLst/>
            <a:cxnLst/>
            <a:rect r="r" b="b" t="t" l="l"/>
            <a:pathLst>
              <a:path h="6664266" w="7360133">
                <a:moveTo>
                  <a:pt x="7360134" y="6664267"/>
                </a:moveTo>
                <a:lnTo>
                  <a:pt x="0" y="6664267"/>
                </a:lnTo>
                <a:lnTo>
                  <a:pt x="0" y="0"/>
                </a:lnTo>
                <a:lnTo>
                  <a:pt x="7360134" y="0"/>
                </a:lnTo>
                <a:lnTo>
                  <a:pt x="7360134" y="666426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57022" y="6029979"/>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true" flipV="true" rot="0">
            <a:off x="-3530978" y="-2407245"/>
            <a:ext cx="7360133" cy="6664266"/>
          </a:xfrm>
          <a:custGeom>
            <a:avLst/>
            <a:gdLst/>
            <a:ahLst/>
            <a:cxnLst/>
            <a:rect r="r" b="b" t="t" l="l"/>
            <a:pathLst>
              <a:path h="6664266" w="7360133">
                <a:moveTo>
                  <a:pt x="7360134" y="6664266"/>
                </a:moveTo>
                <a:lnTo>
                  <a:pt x="0" y="6664266"/>
                </a:lnTo>
                <a:lnTo>
                  <a:pt x="0" y="0"/>
                </a:lnTo>
                <a:lnTo>
                  <a:pt x="7360134" y="0"/>
                </a:lnTo>
                <a:lnTo>
                  <a:pt x="7360134" y="6664266"/>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6" id="6"/>
          <p:cNvSpPr txBox="true"/>
          <p:nvPr/>
        </p:nvSpPr>
        <p:spPr>
          <a:xfrm rot="0">
            <a:off x="4037694" y="3561363"/>
            <a:ext cx="5328438" cy="5511416"/>
          </a:xfrm>
          <a:prstGeom prst="rect">
            <a:avLst/>
          </a:prstGeom>
        </p:spPr>
        <p:txBody>
          <a:bodyPr anchor="t" rtlCol="false" tIns="0" lIns="0" bIns="0" rIns="0">
            <a:spAutoFit/>
          </a:bodyPr>
          <a:lstStyle/>
          <a:p>
            <a:pPr algn="l">
              <a:lnSpc>
                <a:spcPts val="4381"/>
              </a:lnSpc>
            </a:pPr>
            <a:r>
              <a:rPr lang="en-US" sz="3129">
                <a:solidFill>
                  <a:srgbClr val="000000"/>
                </a:solidFill>
                <a:latin typeface="DG Jory"/>
                <a:ea typeface="DG Jory"/>
                <a:cs typeface="DG Jory"/>
                <a:sym typeface="DG Jory"/>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 </a:t>
            </a:r>
          </a:p>
        </p:txBody>
      </p:sp>
      <p:pic>
        <p:nvPicPr>
          <p:cNvPr name="Picture 7" id="7"/>
          <p:cNvPicPr>
            <a:picLocks noChangeAspect="true"/>
          </p:cNvPicPr>
          <p:nvPr/>
        </p:nvPicPr>
        <p:blipFill>
          <a:blip r:embed="rId4"/>
          <a:stretch>
            <a:fillRect/>
          </a:stretch>
        </p:blipFill>
        <p:spPr>
          <a:xfrm rot="0">
            <a:off x="9370731" y="3087294"/>
            <a:ext cx="5399328" cy="6488924"/>
          </a:xfrm>
          <a:prstGeom prst="rect">
            <a:avLst/>
          </a:prstGeom>
        </p:spPr>
      </p:pic>
      <p:grpSp>
        <p:nvGrpSpPr>
          <p:cNvPr name="Group 8" id="8"/>
          <p:cNvGrpSpPr/>
          <p:nvPr/>
        </p:nvGrpSpPr>
        <p:grpSpPr>
          <a:xfrm rot="0">
            <a:off x="6021566" y="1325533"/>
            <a:ext cx="5994124" cy="1773322"/>
            <a:chOff x="0" y="0"/>
            <a:chExt cx="2747400" cy="812800"/>
          </a:xfrm>
        </p:grpSpPr>
        <p:sp>
          <p:nvSpPr>
            <p:cNvPr name="Freeform 9" id="9"/>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9BDAE9"/>
            </a:solidFill>
            <a:ln cap="sq">
              <a:noFill/>
              <a:prstDash val="solid"/>
              <a:miter/>
            </a:ln>
          </p:spPr>
        </p:sp>
        <p:sp>
          <p:nvSpPr>
            <p:cNvPr name="TextBox 10" id="10"/>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6163750" y="1467717"/>
            <a:ext cx="5994124" cy="1773322"/>
            <a:chOff x="0" y="0"/>
            <a:chExt cx="2747400" cy="812800"/>
          </a:xfrm>
        </p:grpSpPr>
        <p:sp>
          <p:nvSpPr>
            <p:cNvPr name="Freeform 12" id="12"/>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000000">
                <a:alpha val="0"/>
              </a:srgbClr>
            </a:solidFill>
            <a:ln w="66675" cap="sq">
              <a:solidFill>
                <a:srgbClr val="56C3D0"/>
              </a:solidFill>
              <a:prstDash val="solid"/>
              <a:miter/>
            </a:ln>
          </p:spPr>
        </p:sp>
        <p:sp>
          <p:nvSpPr>
            <p:cNvPr name="TextBox 13" id="13"/>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6130126" y="1837895"/>
            <a:ext cx="6027748" cy="748598"/>
          </a:xfrm>
          <a:prstGeom prst="rect">
            <a:avLst/>
          </a:prstGeom>
        </p:spPr>
        <p:txBody>
          <a:bodyPr anchor="t" rtlCol="false" tIns="0" lIns="0" bIns="0" rIns="0">
            <a:spAutoFit/>
          </a:bodyPr>
          <a:lstStyle/>
          <a:p>
            <a:pPr algn="ctr">
              <a:lnSpc>
                <a:spcPts val="5917"/>
              </a:lnSpc>
            </a:pPr>
            <a:r>
              <a:rPr lang="en-US" sz="4930">
                <a:solidFill>
                  <a:srgbClr val="000000"/>
                </a:solidFill>
                <a:latin typeface="League Spartan"/>
                <a:ea typeface="League Spartan"/>
                <a:cs typeface="League Spartan"/>
                <a:sym typeface="League Spartan"/>
              </a:rPr>
              <a:t>DATA ANALYSIS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680067" y="4897467"/>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607933" y="-1261755"/>
            <a:ext cx="7360133" cy="6664266"/>
          </a:xfrm>
          <a:custGeom>
            <a:avLst/>
            <a:gdLst/>
            <a:ahLst/>
            <a:cxnLst/>
            <a:rect r="r" b="b" t="t" l="l"/>
            <a:pathLst>
              <a:path h="6664266" w="7360133">
                <a:moveTo>
                  <a:pt x="7360134" y="6664267"/>
                </a:moveTo>
                <a:lnTo>
                  <a:pt x="0" y="6664267"/>
                </a:lnTo>
                <a:lnTo>
                  <a:pt x="0" y="0"/>
                </a:lnTo>
                <a:lnTo>
                  <a:pt x="7360134" y="0"/>
                </a:lnTo>
                <a:lnTo>
                  <a:pt x="7360134" y="666426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57022" y="6029979"/>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true" flipV="true" rot="0">
            <a:off x="-3530978" y="-2407245"/>
            <a:ext cx="7360133" cy="6664266"/>
          </a:xfrm>
          <a:custGeom>
            <a:avLst/>
            <a:gdLst/>
            <a:ahLst/>
            <a:cxnLst/>
            <a:rect r="r" b="b" t="t" l="l"/>
            <a:pathLst>
              <a:path h="6664266" w="7360133">
                <a:moveTo>
                  <a:pt x="7360134" y="6664266"/>
                </a:moveTo>
                <a:lnTo>
                  <a:pt x="0" y="6664266"/>
                </a:lnTo>
                <a:lnTo>
                  <a:pt x="0" y="0"/>
                </a:lnTo>
                <a:lnTo>
                  <a:pt x="7360134" y="0"/>
                </a:lnTo>
                <a:lnTo>
                  <a:pt x="7360134" y="6664266"/>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6" id="6"/>
          <p:cNvSpPr txBox="true"/>
          <p:nvPr/>
        </p:nvSpPr>
        <p:spPr>
          <a:xfrm rot="0">
            <a:off x="3940675" y="3701454"/>
            <a:ext cx="10406650" cy="5511416"/>
          </a:xfrm>
          <a:prstGeom prst="rect">
            <a:avLst/>
          </a:prstGeom>
        </p:spPr>
        <p:txBody>
          <a:bodyPr anchor="t" rtlCol="false" tIns="0" lIns="0" bIns="0" rIns="0">
            <a:spAutoFit/>
          </a:bodyPr>
          <a:lstStyle/>
          <a:p>
            <a:pPr algn="ctr">
              <a:lnSpc>
                <a:spcPts val="4381"/>
              </a:lnSpc>
            </a:pPr>
            <a:r>
              <a:rPr lang="en-US" sz="3129">
                <a:solidFill>
                  <a:srgbClr val="000000"/>
                </a:solidFill>
                <a:latin typeface="DG Jory"/>
                <a:ea typeface="DG Jory"/>
                <a:cs typeface="DG Jory"/>
                <a:sym typeface="DG Jory"/>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 Donec sed dignissim augue. Suspendisse ac vulputate leo. Cras aliquet nunc ac velit cursus viverra. In hac habitasse platea dictumst. Nam tortor urna, semper ac nulla id, porttitor semper felis. Phasellus blandit eros viverra, ultricies nibh nec, viverra ipsum. Ut nec gravida massa, eu convallis est.</a:t>
            </a:r>
          </a:p>
        </p:txBody>
      </p:sp>
      <p:grpSp>
        <p:nvGrpSpPr>
          <p:cNvPr name="Group 7" id="7"/>
          <p:cNvGrpSpPr/>
          <p:nvPr/>
        </p:nvGrpSpPr>
        <p:grpSpPr>
          <a:xfrm rot="0">
            <a:off x="6021566" y="1558017"/>
            <a:ext cx="5994124" cy="1773322"/>
            <a:chOff x="0" y="0"/>
            <a:chExt cx="2747400" cy="812800"/>
          </a:xfrm>
        </p:grpSpPr>
        <p:sp>
          <p:nvSpPr>
            <p:cNvPr name="Freeform 8" id="8"/>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9BDAE9"/>
            </a:solidFill>
            <a:ln cap="sq">
              <a:noFill/>
              <a:prstDash val="solid"/>
              <a:miter/>
            </a:ln>
          </p:spPr>
        </p:sp>
        <p:sp>
          <p:nvSpPr>
            <p:cNvPr name="TextBox 9" id="9"/>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6163750" y="1700201"/>
            <a:ext cx="5994124" cy="1773322"/>
            <a:chOff x="0" y="0"/>
            <a:chExt cx="2747400" cy="812800"/>
          </a:xfrm>
        </p:grpSpPr>
        <p:sp>
          <p:nvSpPr>
            <p:cNvPr name="Freeform 11" id="11"/>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000000">
                <a:alpha val="0"/>
              </a:srgbClr>
            </a:solidFill>
            <a:ln w="66675" cap="sq">
              <a:solidFill>
                <a:srgbClr val="56C3D0"/>
              </a:solidFill>
              <a:prstDash val="solid"/>
              <a:miter/>
            </a:ln>
          </p:spPr>
        </p:sp>
        <p:sp>
          <p:nvSpPr>
            <p:cNvPr name="TextBox 12" id="12"/>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6130126" y="2070379"/>
            <a:ext cx="6027748" cy="748598"/>
          </a:xfrm>
          <a:prstGeom prst="rect">
            <a:avLst/>
          </a:prstGeom>
        </p:spPr>
        <p:txBody>
          <a:bodyPr anchor="t" rtlCol="false" tIns="0" lIns="0" bIns="0" rIns="0">
            <a:spAutoFit/>
          </a:bodyPr>
          <a:lstStyle/>
          <a:p>
            <a:pPr algn="ctr">
              <a:lnSpc>
                <a:spcPts val="5917"/>
              </a:lnSpc>
            </a:pPr>
            <a:r>
              <a:rPr lang="en-US" sz="4930">
                <a:solidFill>
                  <a:srgbClr val="000000"/>
                </a:solidFill>
                <a:latin typeface="League Spartan"/>
                <a:ea typeface="League Spartan"/>
                <a:cs typeface="League Spartan"/>
                <a:sym typeface="League Spartan"/>
              </a:rPr>
              <a:t>CONCLUSION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680067" y="4897467"/>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607933" y="-1261755"/>
            <a:ext cx="7360133" cy="6664266"/>
          </a:xfrm>
          <a:custGeom>
            <a:avLst/>
            <a:gdLst/>
            <a:ahLst/>
            <a:cxnLst/>
            <a:rect r="r" b="b" t="t" l="l"/>
            <a:pathLst>
              <a:path h="6664266" w="7360133">
                <a:moveTo>
                  <a:pt x="7360134" y="6664267"/>
                </a:moveTo>
                <a:lnTo>
                  <a:pt x="0" y="6664267"/>
                </a:lnTo>
                <a:lnTo>
                  <a:pt x="0" y="0"/>
                </a:lnTo>
                <a:lnTo>
                  <a:pt x="7360134" y="0"/>
                </a:lnTo>
                <a:lnTo>
                  <a:pt x="7360134" y="666426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57022" y="6029979"/>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true" flipV="true" rot="0">
            <a:off x="-3530978" y="-2407245"/>
            <a:ext cx="7360133" cy="6664266"/>
          </a:xfrm>
          <a:custGeom>
            <a:avLst/>
            <a:gdLst/>
            <a:ahLst/>
            <a:cxnLst/>
            <a:rect r="r" b="b" t="t" l="l"/>
            <a:pathLst>
              <a:path h="6664266" w="7360133">
                <a:moveTo>
                  <a:pt x="7360134" y="6664266"/>
                </a:moveTo>
                <a:lnTo>
                  <a:pt x="0" y="6664266"/>
                </a:lnTo>
                <a:lnTo>
                  <a:pt x="0" y="0"/>
                </a:lnTo>
                <a:lnTo>
                  <a:pt x="7360134" y="0"/>
                </a:lnTo>
                <a:lnTo>
                  <a:pt x="7360134" y="6664266"/>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6" id="6"/>
          <p:cNvSpPr txBox="true"/>
          <p:nvPr/>
        </p:nvSpPr>
        <p:spPr>
          <a:xfrm rot="0">
            <a:off x="4751838" y="4153209"/>
            <a:ext cx="8784324" cy="1261363"/>
          </a:xfrm>
          <a:prstGeom prst="rect">
            <a:avLst/>
          </a:prstGeom>
        </p:spPr>
        <p:txBody>
          <a:bodyPr anchor="t" rtlCol="false" tIns="0" lIns="0" bIns="0" rIns="0">
            <a:spAutoFit/>
          </a:bodyPr>
          <a:lstStyle/>
          <a:p>
            <a:pPr algn="ctr" marL="0" indent="0" lvl="0">
              <a:lnSpc>
                <a:spcPts val="10012"/>
              </a:lnSpc>
              <a:spcBef>
                <a:spcPct val="0"/>
              </a:spcBef>
            </a:pPr>
            <a:r>
              <a:rPr lang="en-US" b="true" sz="8344" strike="noStrike" u="none">
                <a:solidFill>
                  <a:srgbClr val="000000"/>
                </a:solidFill>
                <a:latin typeface="League Spartan"/>
                <a:ea typeface="League Spartan"/>
                <a:cs typeface="League Spartan"/>
                <a:sym typeface="League Spartan"/>
              </a:rPr>
              <a:t>THANK YOU</a:t>
            </a:r>
          </a:p>
        </p:txBody>
      </p:sp>
      <p:sp>
        <p:nvSpPr>
          <p:cNvPr name="TextBox 7" id="7"/>
          <p:cNvSpPr txBox="true"/>
          <p:nvPr/>
        </p:nvSpPr>
        <p:spPr>
          <a:xfrm rot="0">
            <a:off x="6589181" y="5411320"/>
            <a:ext cx="5109638" cy="740804"/>
          </a:xfrm>
          <a:prstGeom prst="rect">
            <a:avLst/>
          </a:prstGeom>
        </p:spPr>
        <p:txBody>
          <a:bodyPr anchor="t" rtlCol="false" tIns="0" lIns="0" bIns="0" rIns="0">
            <a:spAutoFit/>
          </a:bodyPr>
          <a:lstStyle/>
          <a:p>
            <a:pPr algn="ctr">
              <a:lnSpc>
                <a:spcPts val="5759"/>
              </a:lnSpc>
            </a:pPr>
            <a:r>
              <a:rPr lang="en-US" sz="4799">
                <a:solidFill>
                  <a:srgbClr val="000000"/>
                </a:solidFill>
                <a:latin typeface="DG Jory"/>
                <a:ea typeface="DG Jory"/>
                <a:cs typeface="DG Jory"/>
                <a:sym typeface="DG Jory"/>
              </a:rPr>
              <a:t>By Rufus Stewart</a:t>
            </a:r>
          </a:p>
        </p:txBody>
      </p:sp>
      <p:sp>
        <p:nvSpPr>
          <p:cNvPr name="TextBox 8" id="8"/>
          <p:cNvSpPr txBox="true"/>
          <p:nvPr/>
        </p:nvSpPr>
        <p:spPr>
          <a:xfrm rot="0">
            <a:off x="6589181" y="1019175"/>
            <a:ext cx="5109638" cy="480465"/>
          </a:xfrm>
          <a:prstGeom prst="rect">
            <a:avLst/>
          </a:prstGeom>
        </p:spPr>
        <p:txBody>
          <a:bodyPr anchor="t" rtlCol="false" tIns="0" lIns="0" bIns="0" rIns="0">
            <a:spAutoFit/>
          </a:bodyPr>
          <a:lstStyle/>
          <a:p>
            <a:pPr algn="ctr" marL="0" indent="0" lvl="0">
              <a:lnSpc>
                <a:spcPts val="3726"/>
              </a:lnSpc>
              <a:spcBef>
                <a:spcPct val="0"/>
              </a:spcBef>
            </a:pPr>
            <a:r>
              <a:rPr lang="en-US" sz="3105" strike="noStrike" u="none">
                <a:solidFill>
                  <a:srgbClr val="000000"/>
                </a:solidFill>
                <a:latin typeface="DG Jory"/>
                <a:ea typeface="DG Jory"/>
                <a:cs typeface="DG Jory"/>
                <a:sym typeface="DG Jory"/>
              </a:rPr>
              <a:t>Studio Shodwe</a:t>
            </a:r>
          </a:p>
        </p:txBody>
      </p:sp>
      <p:sp>
        <p:nvSpPr>
          <p:cNvPr name="TextBox 9" id="9"/>
          <p:cNvSpPr txBox="true"/>
          <p:nvPr/>
        </p:nvSpPr>
        <p:spPr>
          <a:xfrm rot="0">
            <a:off x="6041804" y="8775675"/>
            <a:ext cx="6204392" cy="482625"/>
          </a:xfrm>
          <a:prstGeom prst="rect">
            <a:avLst/>
          </a:prstGeom>
        </p:spPr>
        <p:txBody>
          <a:bodyPr anchor="t" rtlCol="false" tIns="0" lIns="0" bIns="0" rIns="0">
            <a:spAutoFit/>
          </a:bodyPr>
          <a:lstStyle/>
          <a:p>
            <a:pPr algn="ctr">
              <a:lnSpc>
                <a:spcPts val="3726"/>
              </a:lnSpc>
            </a:pPr>
            <a:r>
              <a:rPr lang="en-US" sz="3105">
                <a:solidFill>
                  <a:srgbClr val="000000"/>
                </a:solidFill>
                <a:latin typeface="DG Jory"/>
                <a:ea typeface="DG Jory"/>
                <a:cs typeface="DG Jory"/>
                <a:sym typeface="DG Jory"/>
              </a:rPr>
              <a:t>www.reallygreatsite.com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DAG-8hDltHA</dc:identifier>
  <dcterms:modified xsi:type="dcterms:W3CDTF">2011-08-01T06:04:30Z</dcterms:modified>
  <cp:revision>1</cp:revision>
</cp:coreProperties>
</file>