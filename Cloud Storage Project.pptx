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66" r:id="rId5"/>
    <p:sldId id="267" r:id="rId6"/>
    <p:sldId id="268" r:id="rId7"/>
    <p:sldId id="259" r:id="rId8"/>
    <p:sldId id="269" r:id="rId9"/>
    <p:sldId id="271" r:id="rId10"/>
    <p:sldId id="260" r:id="rId11"/>
    <p:sldId id="261" r:id="rId12"/>
    <p:sldId id="262" r:id="rId13"/>
    <p:sldId id="264" r:id="rId14"/>
    <p:sldId id="265" r:id="rId15"/>
  </p:sldIdLst>
  <p:sldSz cx="18288000" cy="10287000"/>
  <p:notesSz cx="6858000" cy="9144000"/>
  <p:embeddedFontLst>
    <p:embeddedFont>
      <p:font typeface="DG Jory" panose="020B0604020202020204" charset="-78"/>
      <p:regular r:id="rId16"/>
    </p:embeddedFont>
    <p:embeddedFont>
      <p:font typeface="League Spartan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33" d="100"/>
          <a:sy n="33" d="100"/>
        </p:scale>
        <p:origin x="1397" y="955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680067" y="4897467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4607933" y="-1261755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607933" y="5926167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 flipH="1" flipV="1">
            <a:off x="-3680067" y="-2511057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4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TextBox 6"/>
          <p:cNvSpPr txBox="1"/>
          <p:nvPr/>
        </p:nvSpPr>
        <p:spPr>
          <a:xfrm>
            <a:off x="3886200" y="6415506"/>
            <a:ext cx="10515599" cy="7437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 dirty="0"/>
              <a:t>A File Storage and Management System</a:t>
            </a:r>
            <a:endParaRPr lang="en-US" sz="4799" dirty="0">
              <a:solidFill>
                <a:srgbClr val="000000"/>
              </a:solidFill>
              <a:latin typeface="DG Jory"/>
              <a:ea typeface="DG Jory"/>
              <a:cs typeface="DG Jory"/>
              <a:sym typeface="DG Jory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6576480" y="9258300"/>
            <a:ext cx="5109638" cy="4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26"/>
              </a:lnSpc>
              <a:spcBef>
                <a:spcPct val="0"/>
              </a:spcBef>
            </a:pPr>
            <a:r>
              <a:rPr lang="en-US" sz="3105" dirty="0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T.Y. B.Sc. (C.S.)</a:t>
            </a:r>
            <a:endParaRPr lang="en-US" sz="3105" u="none" strike="noStrike" dirty="0">
              <a:solidFill>
                <a:srgbClr val="000000"/>
              </a:solidFill>
              <a:latin typeface="DG Jory"/>
              <a:ea typeface="DG Jory"/>
              <a:cs typeface="DG Jory"/>
              <a:sym typeface="DG Jory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6041804" y="8775675"/>
            <a:ext cx="6204392" cy="4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26"/>
              </a:lnSpc>
            </a:pPr>
            <a:r>
              <a:rPr lang="en-US" sz="3105" dirty="0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By Sahil Gupta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043840" y="3360978"/>
            <a:ext cx="10200318" cy="25651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12"/>
              </a:lnSpc>
            </a:pPr>
            <a:r>
              <a:rPr lang="en-US" sz="8344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Cloud Storage Application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.17222 L 0 1.11111E-6 " pathEditMode="relative" rAng="0" ptsTypes="AA">
                                      <p:cBhvr>
                                        <p:cTn id="18" dur="1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8611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7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7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42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7" grpId="0"/>
      <p:bldP spid="7" grpId="1"/>
      <p:bldP spid="8" grpId="0"/>
      <p:bldP spid="8" grpId="1"/>
      <p:bldP spid="9" grpId="0" build="p"/>
      <p:bldP spid="9" grpId="3" build="allAtOnce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680067" y="4897467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4607933" y="-1261755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757022" y="6029979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 flipH="1" flipV="1">
            <a:off x="-3530978" y="-2407245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4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6" name="Group 6"/>
          <p:cNvGrpSpPr/>
          <p:nvPr/>
        </p:nvGrpSpPr>
        <p:grpSpPr>
          <a:xfrm>
            <a:off x="5496616" y="1558017"/>
            <a:ext cx="7044024" cy="1773322"/>
            <a:chOff x="0" y="0"/>
            <a:chExt cx="27474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747400" cy="812800"/>
            </a:xfrm>
            <a:custGeom>
              <a:avLst/>
              <a:gdLst/>
              <a:ahLst/>
              <a:cxnLst/>
              <a:rect l="l" t="t" r="r" b="b"/>
              <a:pathLst>
                <a:path w="2747400" h="812800">
                  <a:moveTo>
                    <a:pt x="2747400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2747400" y="624840"/>
                  </a:lnTo>
                  <a:lnTo>
                    <a:pt x="2747400" y="0"/>
                  </a:lnTo>
                  <a:close/>
                </a:path>
              </a:pathLst>
            </a:custGeom>
            <a:solidFill>
              <a:srgbClr val="9BDAE9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2747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638800" y="1700201"/>
            <a:ext cx="7044024" cy="1773322"/>
            <a:chOff x="0" y="0"/>
            <a:chExt cx="27474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747400" cy="812800"/>
            </a:xfrm>
            <a:custGeom>
              <a:avLst/>
              <a:gdLst/>
              <a:ahLst/>
              <a:cxnLst/>
              <a:rect l="l" t="t" r="r" b="b"/>
              <a:pathLst>
                <a:path w="2747400" h="812800">
                  <a:moveTo>
                    <a:pt x="2747400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2747400" y="624840"/>
                  </a:lnTo>
                  <a:lnTo>
                    <a:pt x="27474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56C3D0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2747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9563052" y="4120760"/>
            <a:ext cx="5420267" cy="50783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381"/>
              </a:lnSpc>
            </a:pPr>
            <a:r>
              <a:rPr lang="en-US" sz="3129" dirty="0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Objective:</a:t>
            </a:r>
          </a:p>
          <a:p>
            <a:pPr marL="457200" indent="-457200" algn="l">
              <a:lnSpc>
                <a:spcPts val="4381"/>
              </a:lnSpc>
              <a:buFont typeface="Arial" panose="020B0604020202020204" pitchFamily="34" charset="0"/>
              <a:buChar char="•"/>
            </a:pPr>
            <a:r>
              <a:rPr lang="en-US" sz="3129" dirty="0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To allow users to upload, download, and manage files efficiently.</a:t>
            </a:r>
          </a:p>
          <a:p>
            <a:pPr marL="457200" indent="-457200" algn="l">
              <a:lnSpc>
                <a:spcPts val="4381"/>
              </a:lnSpc>
              <a:buFont typeface="Arial" panose="020B0604020202020204" pitchFamily="34" charset="0"/>
              <a:buChar char="•"/>
            </a:pPr>
            <a:r>
              <a:rPr lang="en-US" sz="3129" dirty="0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To implement user authentication and data security.</a:t>
            </a:r>
          </a:p>
          <a:p>
            <a:pPr marL="457200" indent="-457200" algn="l">
              <a:lnSpc>
                <a:spcPts val="4381"/>
              </a:lnSpc>
              <a:buFont typeface="Arial" panose="020B0604020202020204" pitchFamily="34" charset="0"/>
              <a:buChar char="•"/>
            </a:pPr>
            <a:r>
              <a:rPr lang="en-US" sz="3129" dirty="0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To ensure data availability and easy file management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602231" y="2070379"/>
            <a:ext cx="7083538" cy="7571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917"/>
              </a:lnSpc>
            </a:pPr>
            <a:r>
              <a:rPr lang="en-US" sz="4930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Purpose &amp; Objective</a:t>
            </a:r>
          </a:p>
        </p:txBody>
      </p:sp>
      <p:sp>
        <p:nvSpPr>
          <p:cNvPr id="17" name="TextBox 12">
            <a:extLst>
              <a:ext uri="{FF2B5EF4-FFF2-40B4-BE49-F238E27FC236}">
                <a16:creationId xmlns:a16="http://schemas.microsoft.com/office/drawing/2014/main" id="{D3FFD61B-23BA-2932-9DC2-DB09D300A7AF}"/>
              </a:ext>
            </a:extLst>
          </p:cNvPr>
          <p:cNvSpPr txBox="1"/>
          <p:nvPr/>
        </p:nvSpPr>
        <p:spPr>
          <a:xfrm>
            <a:off x="3527870" y="4126732"/>
            <a:ext cx="5616130" cy="45140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381"/>
              </a:lnSpc>
            </a:pPr>
            <a:r>
              <a:rPr lang="en-US" sz="3129" dirty="0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Purpose:</a:t>
            </a:r>
          </a:p>
          <a:p>
            <a:pPr marL="457200" indent="-457200" algn="l">
              <a:lnSpc>
                <a:spcPts val="4381"/>
              </a:lnSpc>
              <a:buFont typeface="Arial" panose="020B0604020202020204" pitchFamily="34" charset="0"/>
              <a:buChar char="•"/>
            </a:pPr>
            <a:r>
              <a:rPr lang="en-US" sz="3129" dirty="0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To develop a cloud-based application for storing, managing, and accessing files online.</a:t>
            </a:r>
          </a:p>
          <a:p>
            <a:pPr marL="457200" indent="-457200" algn="l">
              <a:lnSpc>
                <a:spcPts val="4381"/>
              </a:lnSpc>
              <a:buFont typeface="Arial" panose="020B0604020202020204" pitchFamily="34" charset="0"/>
              <a:buChar char="•"/>
            </a:pPr>
            <a:r>
              <a:rPr lang="en-US" sz="3129" dirty="0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To provide user with secure and reliable storage accessible from anywhere.</a:t>
            </a:r>
          </a:p>
        </p:txBody>
      </p:sp>
      <p:grpSp>
        <p:nvGrpSpPr>
          <p:cNvPr id="22" name="Group 3">
            <a:extLst>
              <a:ext uri="{FF2B5EF4-FFF2-40B4-BE49-F238E27FC236}">
                <a16:creationId xmlns:a16="http://schemas.microsoft.com/office/drawing/2014/main" id="{69DD3AFB-D79F-2B86-5B04-7C2C06E05881}"/>
              </a:ext>
            </a:extLst>
          </p:cNvPr>
          <p:cNvGrpSpPr/>
          <p:nvPr/>
        </p:nvGrpSpPr>
        <p:grpSpPr>
          <a:xfrm>
            <a:off x="3304681" y="2827509"/>
            <a:ext cx="5992029" cy="6664266"/>
            <a:chOff x="-45381" y="-47625"/>
            <a:chExt cx="1442318" cy="1871748"/>
          </a:xfrm>
        </p:grpSpPr>
        <p:sp>
          <p:nvSpPr>
            <p:cNvPr id="23" name="Freeform 4">
              <a:extLst>
                <a:ext uri="{FF2B5EF4-FFF2-40B4-BE49-F238E27FC236}">
                  <a16:creationId xmlns:a16="http://schemas.microsoft.com/office/drawing/2014/main" id="{B1305300-FC35-4850-4F19-5C823FB4E26F}"/>
                </a:ext>
              </a:extLst>
            </p:cNvPr>
            <p:cNvSpPr/>
            <p:nvPr/>
          </p:nvSpPr>
          <p:spPr>
            <a:xfrm>
              <a:off x="-45381" y="219086"/>
              <a:ext cx="1442318" cy="1605037"/>
            </a:xfrm>
            <a:custGeom>
              <a:avLst/>
              <a:gdLst/>
              <a:ahLst/>
              <a:cxnLst/>
              <a:rect l="l" t="t" r="r" b="b"/>
              <a:pathLst>
                <a:path w="1396937" h="1386284">
                  <a:moveTo>
                    <a:pt x="0" y="0"/>
                  </a:moveTo>
                  <a:lnTo>
                    <a:pt x="1396937" y="0"/>
                  </a:lnTo>
                  <a:lnTo>
                    <a:pt x="1396937" y="1386284"/>
                  </a:lnTo>
                  <a:lnTo>
                    <a:pt x="0" y="13862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9BDAE9">
                  <a:alpha val="4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24" name="TextBox 5">
              <a:extLst>
                <a:ext uri="{FF2B5EF4-FFF2-40B4-BE49-F238E27FC236}">
                  <a16:creationId xmlns:a16="http://schemas.microsoft.com/office/drawing/2014/main" id="{36D34A4E-EE46-CC95-4B06-623F981AF48A}"/>
                </a:ext>
              </a:extLst>
            </p:cNvPr>
            <p:cNvSpPr txBox="1"/>
            <p:nvPr/>
          </p:nvSpPr>
          <p:spPr>
            <a:xfrm>
              <a:off x="0" y="-47625"/>
              <a:ext cx="1396937" cy="14339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5" name="Group 3">
            <a:extLst>
              <a:ext uri="{FF2B5EF4-FFF2-40B4-BE49-F238E27FC236}">
                <a16:creationId xmlns:a16="http://schemas.microsoft.com/office/drawing/2014/main" id="{BF7647B2-24A0-1DFC-5AB1-267BDCC5A9F7}"/>
              </a:ext>
            </a:extLst>
          </p:cNvPr>
          <p:cNvGrpSpPr/>
          <p:nvPr/>
        </p:nvGrpSpPr>
        <p:grpSpPr>
          <a:xfrm>
            <a:off x="9421571" y="2856841"/>
            <a:ext cx="6238138" cy="6664265"/>
            <a:chOff x="-104621" y="-47625"/>
            <a:chExt cx="1501558" cy="2394091"/>
          </a:xfrm>
        </p:grpSpPr>
        <p:sp>
          <p:nvSpPr>
            <p:cNvPr id="26" name="Freeform 4">
              <a:extLst>
                <a:ext uri="{FF2B5EF4-FFF2-40B4-BE49-F238E27FC236}">
                  <a16:creationId xmlns:a16="http://schemas.microsoft.com/office/drawing/2014/main" id="{E6724147-DEC8-79B7-CE9D-596BAFBB519A}"/>
                </a:ext>
              </a:extLst>
            </p:cNvPr>
            <p:cNvSpPr/>
            <p:nvPr/>
          </p:nvSpPr>
          <p:spPr>
            <a:xfrm>
              <a:off x="-104621" y="282979"/>
              <a:ext cx="1396937" cy="2063487"/>
            </a:xfrm>
            <a:custGeom>
              <a:avLst/>
              <a:gdLst/>
              <a:ahLst/>
              <a:cxnLst/>
              <a:rect l="l" t="t" r="r" b="b"/>
              <a:pathLst>
                <a:path w="1396937" h="1386284">
                  <a:moveTo>
                    <a:pt x="0" y="0"/>
                  </a:moveTo>
                  <a:lnTo>
                    <a:pt x="1396937" y="0"/>
                  </a:lnTo>
                  <a:lnTo>
                    <a:pt x="1396937" y="1386284"/>
                  </a:lnTo>
                  <a:lnTo>
                    <a:pt x="0" y="13862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9BDAE9">
                  <a:alpha val="4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27" name="TextBox 5">
              <a:extLst>
                <a:ext uri="{FF2B5EF4-FFF2-40B4-BE49-F238E27FC236}">
                  <a16:creationId xmlns:a16="http://schemas.microsoft.com/office/drawing/2014/main" id="{854A9AD5-4DFB-F23C-E8F8-F813CD931B4B}"/>
                </a:ext>
              </a:extLst>
            </p:cNvPr>
            <p:cNvSpPr txBox="1"/>
            <p:nvPr/>
          </p:nvSpPr>
          <p:spPr>
            <a:xfrm>
              <a:off x="0" y="-47625"/>
              <a:ext cx="1396937" cy="14339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7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2" grpId="1"/>
      <p:bldP spid="15" grpId="0"/>
      <p:bldP spid="15" grpId="1"/>
      <p:bldP spid="17" grpId="0"/>
      <p:bldP spid="17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13082137" y="-495020"/>
            <a:ext cx="9287959" cy="8409825"/>
          </a:xfrm>
          <a:custGeom>
            <a:avLst/>
            <a:gdLst/>
            <a:ahLst/>
            <a:cxnLst/>
            <a:rect l="l" t="t" r="r" b="b"/>
            <a:pathLst>
              <a:path w="9287959" h="8409825">
                <a:moveTo>
                  <a:pt x="9287960" y="8409824"/>
                </a:moveTo>
                <a:lnTo>
                  <a:pt x="0" y="8409824"/>
                </a:lnTo>
                <a:lnTo>
                  <a:pt x="0" y="0"/>
                </a:lnTo>
                <a:lnTo>
                  <a:pt x="9287960" y="0"/>
                </a:lnTo>
                <a:lnTo>
                  <a:pt x="9287960" y="840982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607933" y="8049787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7"/>
                </a:lnTo>
                <a:lnTo>
                  <a:pt x="0" y="66642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 flipH="1">
            <a:off x="8303269" y="8738243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3" y="0"/>
                </a:moveTo>
                <a:lnTo>
                  <a:pt x="0" y="0"/>
                </a:lnTo>
                <a:lnTo>
                  <a:pt x="0" y="6664266"/>
                </a:lnTo>
                <a:lnTo>
                  <a:pt x="7360133" y="6664266"/>
                </a:lnTo>
                <a:lnTo>
                  <a:pt x="736013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5" name="Group 5"/>
          <p:cNvGrpSpPr/>
          <p:nvPr/>
        </p:nvGrpSpPr>
        <p:grpSpPr>
          <a:xfrm>
            <a:off x="1028700" y="1028700"/>
            <a:ext cx="5994124" cy="1773322"/>
            <a:chOff x="0" y="0"/>
            <a:chExt cx="27474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47400" cy="812800"/>
            </a:xfrm>
            <a:custGeom>
              <a:avLst/>
              <a:gdLst/>
              <a:ahLst/>
              <a:cxnLst/>
              <a:rect l="l" t="t" r="r" b="b"/>
              <a:pathLst>
                <a:path w="2747400" h="812800">
                  <a:moveTo>
                    <a:pt x="2747400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2747400" y="624840"/>
                  </a:lnTo>
                  <a:lnTo>
                    <a:pt x="2747400" y="0"/>
                  </a:lnTo>
                  <a:close/>
                </a:path>
              </a:pathLst>
            </a:custGeom>
            <a:solidFill>
              <a:srgbClr val="9BDAE9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2747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70884" y="1170884"/>
            <a:ext cx="5994124" cy="1773322"/>
            <a:chOff x="0" y="0"/>
            <a:chExt cx="27474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747400" cy="812800"/>
            </a:xfrm>
            <a:custGeom>
              <a:avLst/>
              <a:gdLst/>
              <a:ahLst/>
              <a:cxnLst/>
              <a:rect l="l" t="t" r="r" b="b"/>
              <a:pathLst>
                <a:path w="2747400" h="812800">
                  <a:moveTo>
                    <a:pt x="2747400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2747400" y="624840"/>
                  </a:lnTo>
                  <a:lnTo>
                    <a:pt x="27474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56C3D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2747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28700" y="5949135"/>
            <a:ext cx="4882567" cy="851368"/>
            <a:chOff x="0" y="0"/>
            <a:chExt cx="1285944" cy="22422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85944" cy="224229"/>
            </a:xfrm>
            <a:custGeom>
              <a:avLst/>
              <a:gdLst/>
              <a:ahLst/>
              <a:cxnLst/>
              <a:rect l="l" t="t" r="r" b="b"/>
              <a:pathLst>
                <a:path w="1285944" h="224229">
                  <a:moveTo>
                    <a:pt x="0" y="0"/>
                  </a:moveTo>
                  <a:lnTo>
                    <a:pt x="1285944" y="0"/>
                  </a:lnTo>
                  <a:lnTo>
                    <a:pt x="1285944" y="224229"/>
                  </a:lnTo>
                  <a:lnTo>
                    <a:pt x="0" y="224229"/>
                  </a:lnTo>
                  <a:close/>
                </a:path>
              </a:pathLst>
            </a:custGeom>
            <a:solidFill>
              <a:srgbClr val="9BDAE9">
                <a:alpha val="49804"/>
              </a:srgbClr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1285944" cy="2718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998220" y="3176323"/>
            <a:ext cx="11764373" cy="2257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l">
              <a:lnSpc>
                <a:spcPts val="4381"/>
              </a:lnSpc>
              <a:buFont typeface="Arial" panose="020B0604020202020204" pitchFamily="34" charset="0"/>
              <a:buChar char="•"/>
            </a:pPr>
            <a:r>
              <a:rPr lang="en-US" sz="3129" dirty="0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Supports file upload, download, and deletion.</a:t>
            </a:r>
          </a:p>
          <a:p>
            <a:pPr marL="457200" indent="-457200" algn="l">
              <a:lnSpc>
                <a:spcPts val="4381"/>
              </a:lnSpc>
              <a:buFont typeface="Arial" panose="020B0604020202020204" pitchFamily="34" charset="0"/>
              <a:buChar char="•"/>
            </a:pPr>
            <a:r>
              <a:rPr lang="en-US" sz="3129" dirty="0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Providers secure user authentication and access control.</a:t>
            </a:r>
          </a:p>
          <a:p>
            <a:pPr marL="457200" indent="-457200" algn="l">
              <a:lnSpc>
                <a:spcPts val="4381"/>
              </a:lnSpc>
              <a:buFont typeface="Arial" panose="020B0604020202020204" pitchFamily="34" charset="0"/>
              <a:buChar char="•"/>
            </a:pPr>
            <a:r>
              <a:rPr lang="en-US" sz="3129" dirty="0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Enable cloud-based data storage with centralized management.</a:t>
            </a:r>
          </a:p>
          <a:p>
            <a:pPr marL="457200" indent="-457200" algn="l">
              <a:lnSpc>
                <a:spcPts val="4381"/>
              </a:lnSpc>
              <a:buFont typeface="Arial" panose="020B0604020202020204" pitchFamily="34" charset="0"/>
              <a:buChar char="•"/>
            </a:pPr>
            <a:r>
              <a:rPr lang="en-US" sz="3129" dirty="0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Accessible through any web browser and devices.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28700" y="6928095"/>
            <a:ext cx="11764373" cy="2257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l">
              <a:lnSpc>
                <a:spcPts val="4381"/>
              </a:lnSpc>
              <a:buFont typeface="Arial" panose="020B0604020202020204" pitchFamily="34" charset="0"/>
              <a:buChar char="•"/>
            </a:pPr>
            <a:r>
              <a:rPr lang="en-US" sz="3129" dirty="0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Personal cloud storage for users.</a:t>
            </a:r>
          </a:p>
          <a:p>
            <a:pPr marL="457200" indent="-457200" algn="l">
              <a:lnSpc>
                <a:spcPts val="4381"/>
              </a:lnSpc>
              <a:buFont typeface="Arial" panose="020B0604020202020204" pitchFamily="34" charset="0"/>
              <a:buChar char="•"/>
            </a:pPr>
            <a:r>
              <a:rPr lang="en-US" sz="3129" dirty="0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Backup and recovery of important data.</a:t>
            </a:r>
          </a:p>
          <a:p>
            <a:pPr marL="457200" indent="-457200" algn="l">
              <a:lnSpc>
                <a:spcPts val="4381"/>
              </a:lnSpc>
              <a:buFont typeface="Arial" panose="020B0604020202020204" pitchFamily="34" charset="0"/>
              <a:buChar char="•"/>
            </a:pPr>
            <a:r>
              <a:rPr lang="en-US" sz="3129" dirty="0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File sharing platform.</a:t>
            </a:r>
          </a:p>
          <a:p>
            <a:pPr marL="457200" indent="-457200" algn="l">
              <a:lnSpc>
                <a:spcPts val="4381"/>
              </a:lnSpc>
              <a:buFont typeface="Arial" panose="020B0604020202020204" pitchFamily="34" charset="0"/>
              <a:buChar char="•"/>
            </a:pPr>
            <a:r>
              <a:rPr lang="en-US" sz="3129" dirty="0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Enterprise and business data storage solutions.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99792" y="6115204"/>
            <a:ext cx="4740383" cy="5559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sz="3199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Applications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37260" y="1541062"/>
            <a:ext cx="6027748" cy="757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17"/>
              </a:lnSpc>
            </a:pPr>
            <a:r>
              <a:rPr lang="en-US" sz="4930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Scope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7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7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5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22" presetClass="exit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5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2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5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47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47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7" grpId="1"/>
      <p:bldP spid="18" grpId="0"/>
      <p:bldP spid="18" grpId="1"/>
      <p:bldP spid="19" grpId="0"/>
      <p:bldP spid="19" grpId="1"/>
      <p:bldP spid="21" grpId="0"/>
      <p:bldP spid="21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9FADACC-F8FF-9CD1-4B86-63E5D1439404}"/>
              </a:ext>
            </a:extLst>
          </p:cNvPr>
          <p:cNvSpPr/>
          <p:nvPr/>
        </p:nvSpPr>
        <p:spPr>
          <a:xfrm flipH="1" flipV="1">
            <a:off x="13082137" y="-495020"/>
            <a:ext cx="9287959" cy="8409825"/>
          </a:xfrm>
          <a:custGeom>
            <a:avLst/>
            <a:gdLst/>
            <a:ahLst/>
            <a:cxnLst/>
            <a:rect l="l" t="t" r="r" b="b"/>
            <a:pathLst>
              <a:path w="9287959" h="8409825">
                <a:moveTo>
                  <a:pt x="9287960" y="8409824"/>
                </a:moveTo>
                <a:lnTo>
                  <a:pt x="0" y="8409824"/>
                </a:lnTo>
                <a:lnTo>
                  <a:pt x="0" y="0"/>
                </a:lnTo>
                <a:lnTo>
                  <a:pt x="9287960" y="0"/>
                </a:lnTo>
                <a:lnTo>
                  <a:pt x="9287960" y="840982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DAE24F96-1126-4D28-752D-7CE441BF2520}"/>
              </a:ext>
            </a:extLst>
          </p:cNvPr>
          <p:cNvSpPr/>
          <p:nvPr/>
        </p:nvSpPr>
        <p:spPr>
          <a:xfrm>
            <a:off x="14607933" y="8049787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7"/>
                </a:lnTo>
                <a:lnTo>
                  <a:pt x="0" y="66642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C2D4964F-AC4D-ACF3-54F2-E5A3B8F2CD40}"/>
              </a:ext>
            </a:extLst>
          </p:cNvPr>
          <p:cNvSpPr/>
          <p:nvPr/>
        </p:nvSpPr>
        <p:spPr>
          <a:xfrm flipH="1">
            <a:off x="8303269" y="8738243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3" y="0"/>
                </a:moveTo>
                <a:lnTo>
                  <a:pt x="0" y="0"/>
                </a:lnTo>
                <a:lnTo>
                  <a:pt x="0" y="6664266"/>
                </a:lnTo>
                <a:lnTo>
                  <a:pt x="7360133" y="6664266"/>
                </a:lnTo>
                <a:lnTo>
                  <a:pt x="736013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B5BDA82C-4685-FB86-D219-3F88D51A4C59}"/>
              </a:ext>
            </a:extLst>
          </p:cNvPr>
          <p:cNvGrpSpPr/>
          <p:nvPr/>
        </p:nvGrpSpPr>
        <p:grpSpPr>
          <a:xfrm>
            <a:off x="806331" y="822678"/>
            <a:ext cx="7238034" cy="2185366"/>
            <a:chOff x="0" y="0"/>
            <a:chExt cx="27474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11298669-13E6-78FA-32B8-54AA97DCBD80}"/>
                </a:ext>
              </a:extLst>
            </p:cNvPr>
            <p:cNvSpPr/>
            <p:nvPr/>
          </p:nvSpPr>
          <p:spPr>
            <a:xfrm>
              <a:off x="0" y="0"/>
              <a:ext cx="2747400" cy="812800"/>
            </a:xfrm>
            <a:custGeom>
              <a:avLst/>
              <a:gdLst/>
              <a:ahLst/>
              <a:cxnLst/>
              <a:rect l="l" t="t" r="r" b="b"/>
              <a:pathLst>
                <a:path w="2747400" h="812800">
                  <a:moveTo>
                    <a:pt x="2747400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2747400" y="624840"/>
                  </a:lnTo>
                  <a:lnTo>
                    <a:pt x="2747400" y="0"/>
                  </a:lnTo>
                  <a:close/>
                </a:path>
              </a:pathLst>
            </a:custGeom>
            <a:solidFill>
              <a:srgbClr val="9BDAE9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896B5129-59EA-B703-33D6-F476F4D1CE93}"/>
                </a:ext>
              </a:extLst>
            </p:cNvPr>
            <p:cNvSpPr txBox="1"/>
            <p:nvPr/>
          </p:nvSpPr>
          <p:spPr>
            <a:xfrm>
              <a:off x="0" y="-47625"/>
              <a:ext cx="2747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B26A090A-99E7-5327-111B-E603AA5CF1BC}"/>
              </a:ext>
            </a:extLst>
          </p:cNvPr>
          <p:cNvGrpSpPr/>
          <p:nvPr/>
        </p:nvGrpSpPr>
        <p:grpSpPr>
          <a:xfrm>
            <a:off x="944815" y="848884"/>
            <a:ext cx="7358454" cy="2313416"/>
            <a:chOff x="0" y="-47625"/>
            <a:chExt cx="2747400" cy="860425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A2C787A0-5EA8-10B7-F6D0-D56FEA0F7977}"/>
                </a:ext>
              </a:extLst>
            </p:cNvPr>
            <p:cNvSpPr/>
            <p:nvPr/>
          </p:nvSpPr>
          <p:spPr>
            <a:xfrm>
              <a:off x="0" y="0"/>
              <a:ext cx="2702440" cy="812800"/>
            </a:xfrm>
            <a:custGeom>
              <a:avLst/>
              <a:gdLst/>
              <a:ahLst/>
              <a:cxnLst/>
              <a:rect l="l" t="t" r="r" b="b"/>
              <a:pathLst>
                <a:path w="2747400" h="812800">
                  <a:moveTo>
                    <a:pt x="2747400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2747400" y="624840"/>
                  </a:lnTo>
                  <a:lnTo>
                    <a:pt x="27474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56C3D0"/>
              </a:solidFill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28E1AABC-8FAD-5E4C-FBF5-27B0F1CC560A}"/>
                </a:ext>
              </a:extLst>
            </p:cNvPr>
            <p:cNvSpPr txBox="1"/>
            <p:nvPr/>
          </p:nvSpPr>
          <p:spPr>
            <a:xfrm>
              <a:off x="0" y="-47625"/>
              <a:ext cx="2747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TextBox 21">
            <a:extLst>
              <a:ext uri="{FF2B5EF4-FFF2-40B4-BE49-F238E27FC236}">
                <a16:creationId xmlns:a16="http://schemas.microsoft.com/office/drawing/2014/main" id="{21134227-57AA-4B44-EF87-8594E50C2642}"/>
              </a:ext>
            </a:extLst>
          </p:cNvPr>
          <p:cNvSpPr txBox="1"/>
          <p:nvPr/>
        </p:nvSpPr>
        <p:spPr>
          <a:xfrm>
            <a:off x="922562" y="1453100"/>
            <a:ext cx="6988336" cy="7571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917"/>
              </a:lnSpc>
            </a:pPr>
            <a:r>
              <a:rPr lang="en-US" sz="4930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USECASE DIAGRAM</a:t>
            </a:r>
          </a:p>
        </p:txBody>
      </p:sp>
      <p:sp>
        <p:nvSpPr>
          <p:cNvPr id="23" name="TextBox 10">
            <a:extLst>
              <a:ext uri="{FF2B5EF4-FFF2-40B4-BE49-F238E27FC236}">
                <a16:creationId xmlns:a16="http://schemas.microsoft.com/office/drawing/2014/main" id="{34AD8111-3B0E-0927-CCB6-522A5E1B5F12}"/>
              </a:ext>
            </a:extLst>
          </p:cNvPr>
          <p:cNvSpPr txBox="1"/>
          <p:nvPr/>
        </p:nvSpPr>
        <p:spPr>
          <a:xfrm>
            <a:off x="552444" y="723900"/>
            <a:ext cx="7358454" cy="1801221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42434E59-D3D1-D30B-17C0-FB2116A01F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4946" y="3133199"/>
            <a:ext cx="9520237" cy="621982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88767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3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2" presetClass="exit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2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4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47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2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5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7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7245793-8DE9-7342-1BF4-E30D8CF65ACD}"/>
              </a:ext>
            </a:extLst>
          </p:cNvPr>
          <p:cNvSpPr/>
          <p:nvPr/>
        </p:nvSpPr>
        <p:spPr>
          <a:xfrm flipH="1" flipV="1">
            <a:off x="13082137" y="-495020"/>
            <a:ext cx="9287959" cy="8409825"/>
          </a:xfrm>
          <a:custGeom>
            <a:avLst/>
            <a:gdLst/>
            <a:ahLst/>
            <a:cxnLst/>
            <a:rect l="l" t="t" r="r" b="b"/>
            <a:pathLst>
              <a:path w="9287959" h="8409825">
                <a:moveTo>
                  <a:pt x="9287960" y="8409824"/>
                </a:moveTo>
                <a:lnTo>
                  <a:pt x="0" y="8409824"/>
                </a:lnTo>
                <a:lnTo>
                  <a:pt x="0" y="0"/>
                </a:lnTo>
                <a:lnTo>
                  <a:pt x="9287960" y="0"/>
                </a:lnTo>
                <a:lnTo>
                  <a:pt x="9287960" y="840982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A4853643-720D-F4C9-BF79-0957726F1F8F}"/>
              </a:ext>
            </a:extLst>
          </p:cNvPr>
          <p:cNvSpPr/>
          <p:nvPr/>
        </p:nvSpPr>
        <p:spPr>
          <a:xfrm>
            <a:off x="14607933" y="8049787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7"/>
                </a:lnTo>
                <a:lnTo>
                  <a:pt x="0" y="66642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34C97B3C-A4C0-CB21-666E-8A6304C89181}"/>
              </a:ext>
            </a:extLst>
          </p:cNvPr>
          <p:cNvSpPr/>
          <p:nvPr/>
        </p:nvSpPr>
        <p:spPr>
          <a:xfrm flipH="1">
            <a:off x="8303269" y="8738243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3" y="0"/>
                </a:moveTo>
                <a:lnTo>
                  <a:pt x="0" y="0"/>
                </a:lnTo>
                <a:lnTo>
                  <a:pt x="0" y="6664266"/>
                </a:lnTo>
                <a:lnTo>
                  <a:pt x="7360133" y="6664266"/>
                </a:lnTo>
                <a:lnTo>
                  <a:pt x="736013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44D48F29-C1D5-93AE-B80C-946A32DABB4F}"/>
              </a:ext>
            </a:extLst>
          </p:cNvPr>
          <p:cNvGrpSpPr/>
          <p:nvPr/>
        </p:nvGrpSpPr>
        <p:grpSpPr>
          <a:xfrm>
            <a:off x="806331" y="822678"/>
            <a:ext cx="7238034" cy="2185366"/>
            <a:chOff x="0" y="0"/>
            <a:chExt cx="27474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58D00BEE-BEF7-7BCD-60A1-9BB8215E99F0}"/>
                </a:ext>
              </a:extLst>
            </p:cNvPr>
            <p:cNvSpPr/>
            <p:nvPr/>
          </p:nvSpPr>
          <p:spPr>
            <a:xfrm>
              <a:off x="0" y="0"/>
              <a:ext cx="2747400" cy="812800"/>
            </a:xfrm>
            <a:custGeom>
              <a:avLst/>
              <a:gdLst/>
              <a:ahLst/>
              <a:cxnLst/>
              <a:rect l="l" t="t" r="r" b="b"/>
              <a:pathLst>
                <a:path w="2747400" h="812800">
                  <a:moveTo>
                    <a:pt x="2747400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2747400" y="624840"/>
                  </a:lnTo>
                  <a:lnTo>
                    <a:pt x="2747400" y="0"/>
                  </a:lnTo>
                  <a:close/>
                </a:path>
              </a:pathLst>
            </a:custGeom>
            <a:solidFill>
              <a:srgbClr val="9BDAE9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CDEAF24D-EC17-9629-6A3D-E4D7036AE4A6}"/>
                </a:ext>
              </a:extLst>
            </p:cNvPr>
            <p:cNvSpPr txBox="1"/>
            <p:nvPr/>
          </p:nvSpPr>
          <p:spPr>
            <a:xfrm>
              <a:off x="0" y="-47625"/>
              <a:ext cx="2747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73A043EC-5D79-5B56-3A3A-3EECD0E813B3}"/>
              </a:ext>
            </a:extLst>
          </p:cNvPr>
          <p:cNvGrpSpPr/>
          <p:nvPr/>
        </p:nvGrpSpPr>
        <p:grpSpPr>
          <a:xfrm>
            <a:off x="944815" y="848884"/>
            <a:ext cx="7358454" cy="2313416"/>
            <a:chOff x="0" y="-47625"/>
            <a:chExt cx="2747400" cy="860425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5B6D5ED8-D614-0785-555F-AFB58602B4B8}"/>
                </a:ext>
              </a:extLst>
            </p:cNvPr>
            <p:cNvSpPr/>
            <p:nvPr/>
          </p:nvSpPr>
          <p:spPr>
            <a:xfrm>
              <a:off x="0" y="0"/>
              <a:ext cx="2702440" cy="812800"/>
            </a:xfrm>
            <a:custGeom>
              <a:avLst/>
              <a:gdLst/>
              <a:ahLst/>
              <a:cxnLst/>
              <a:rect l="l" t="t" r="r" b="b"/>
              <a:pathLst>
                <a:path w="2747400" h="812800">
                  <a:moveTo>
                    <a:pt x="2747400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2747400" y="624840"/>
                  </a:lnTo>
                  <a:lnTo>
                    <a:pt x="27474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56C3D0"/>
              </a:solidFill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46370155-6202-05B1-52D3-D6D33AD4C89E}"/>
                </a:ext>
              </a:extLst>
            </p:cNvPr>
            <p:cNvSpPr txBox="1"/>
            <p:nvPr/>
          </p:nvSpPr>
          <p:spPr>
            <a:xfrm>
              <a:off x="0" y="-47625"/>
              <a:ext cx="2747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21">
            <a:extLst>
              <a:ext uri="{FF2B5EF4-FFF2-40B4-BE49-F238E27FC236}">
                <a16:creationId xmlns:a16="http://schemas.microsoft.com/office/drawing/2014/main" id="{F86CBC19-14AF-D4E6-5AEA-A00284D1BA94}"/>
              </a:ext>
            </a:extLst>
          </p:cNvPr>
          <p:cNvSpPr txBox="1"/>
          <p:nvPr/>
        </p:nvSpPr>
        <p:spPr>
          <a:xfrm>
            <a:off x="530191" y="1328116"/>
            <a:ext cx="6988336" cy="7571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917"/>
              </a:lnSpc>
            </a:pPr>
            <a:r>
              <a:rPr lang="en-US" sz="4930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CLASS DIAGRAM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BA27831-FF59-46F1-A836-291F3C1BF2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4598" y="3254321"/>
            <a:ext cx="8115300" cy="56388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27666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3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2" presetClass="exit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2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4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47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2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5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8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">
            <a:extLst>
              <a:ext uri="{FF2B5EF4-FFF2-40B4-BE49-F238E27FC236}">
                <a16:creationId xmlns:a16="http://schemas.microsoft.com/office/drawing/2014/main" id="{F811B7CB-FE79-DF9D-9F8C-B565A346E20A}"/>
              </a:ext>
            </a:extLst>
          </p:cNvPr>
          <p:cNvSpPr/>
          <p:nvPr/>
        </p:nvSpPr>
        <p:spPr>
          <a:xfrm flipH="1" flipV="1">
            <a:off x="13082137" y="-495020"/>
            <a:ext cx="9287959" cy="8409825"/>
          </a:xfrm>
          <a:custGeom>
            <a:avLst/>
            <a:gdLst/>
            <a:ahLst/>
            <a:cxnLst/>
            <a:rect l="l" t="t" r="r" b="b"/>
            <a:pathLst>
              <a:path w="9287959" h="8409825">
                <a:moveTo>
                  <a:pt x="9287960" y="8409824"/>
                </a:moveTo>
                <a:lnTo>
                  <a:pt x="0" y="8409824"/>
                </a:lnTo>
                <a:lnTo>
                  <a:pt x="0" y="0"/>
                </a:lnTo>
                <a:lnTo>
                  <a:pt x="9287960" y="0"/>
                </a:lnTo>
                <a:lnTo>
                  <a:pt x="9287960" y="840982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3">
            <a:extLst>
              <a:ext uri="{FF2B5EF4-FFF2-40B4-BE49-F238E27FC236}">
                <a16:creationId xmlns:a16="http://schemas.microsoft.com/office/drawing/2014/main" id="{22532529-0129-C924-7F8B-A8E30BC603F6}"/>
              </a:ext>
            </a:extLst>
          </p:cNvPr>
          <p:cNvSpPr/>
          <p:nvPr/>
        </p:nvSpPr>
        <p:spPr>
          <a:xfrm>
            <a:off x="14607933" y="8049787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7"/>
                </a:lnTo>
                <a:lnTo>
                  <a:pt x="0" y="66642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2" name="Freeform 4">
            <a:extLst>
              <a:ext uri="{FF2B5EF4-FFF2-40B4-BE49-F238E27FC236}">
                <a16:creationId xmlns:a16="http://schemas.microsoft.com/office/drawing/2014/main" id="{9AA3B0BD-21A3-2B79-0881-154DA8EE27C8}"/>
              </a:ext>
            </a:extLst>
          </p:cNvPr>
          <p:cNvSpPr/>
          <p:nvPr/>
        </p:nvSpPr>
        <p:spPr>
          <a:xfrm flipH="1">
            <a:off x="8303269" y="8738243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3" y="0"/>
                </a:moveTo>
                <a:lnTo>
                  <a:pt x="0" y="0"/>
                </a:lnTo>
                <a:lnTo>
                  <a:pt x="0" y="6664266"/>
                </a:lnTo>
                <a:lnTo>
                  <a:pt x="7360133" y="6664266"/>
                </a:lnTo>
                <a:lnTo>
                  <a:pt x="736013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23" name="Group 5">
            <a:extLst>
              <a:ext uri="{FF2B5EF4-FFF2-40B4-BE49-F238E27FC236}">
                <a16:creationId xmlns:a16="http://schemas.microsoft.com/office/drawing/2014/main" id="{FDA17234-40B9-6717-C15A-FB8587F3E5B5}"/>
              </a:ext>
            </a:extLst>
          </p:cNvPr>
          <p:cNvGrpSpPr/>
          <p:nvPr/>
        </p:nvGrpSpPr>
        <p:grpSpPr>
          <a:xfrm>
            <a:off x="806331" y="822678"/>
            <a:ext cx="7238034" cy="2185366"/>
            <a:chOff x="0" y="0"/>
            <a:chExt cx="2747400" cy="812800"/>
          </a:xfrm>
        </p:grpSpPr>
        <p:sp>
          <p:nvSpPr>
            <p:cNvPr id="24" name="Freeform 6">
              <a:extLst>
                <a:ext uri="{FF2B5EF4-FFF2-40B4-BE49-F238E27FC236}">
                  <a16:creationId xmlns:a16="http://schemas.microsoft.com/office/drawing/2014/main" id="{00E904FE-0A24-165A-4E8C-8515C987EA02}"/>
                </a:ext>
              </a:extLst>
            </p:cNvPr>
            <p:cNvSpPr/>
            <p:nvPr/>
          </p:nvSpPr>
          <p:spPr>
            <a:xfrm>
              <a:off x="0" y="0"/>
              <a:ext cx="2747400" cy="812800"/>
            </a:xfrm>
            <a:custGeom>
              <a:avLst/>
              <a:gdLst/>
              <a:ahLst/>
              <a:cxnLst/>
              <a:rect l="l" t="t" r="r" b="b"/>
              <a:pathLst>
                <a:path w="2747400" h="812800">
                  <a:moveTo>
                    <a:pt x="2747400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2747400" y="624840"/>
                  </a:lnTo>
                  <a:lnTo>
                    <a:pt x="2747400" y="0"/>
                  </a:lnTo>
                  <a:close/>
                </a:path>
              </a:pathLst>
            </a:custGeom>
            <a:solidFill>
              <a:srgbClr val="9BDAE9"/>
            </a:solidFill>
            <a:ln cap="sq">
              <a:noFill/>
              <a:prstDash val="solid"/>
              <a:miter/>
            </a:ln>
          </p:spPr>
        </p:sp>
        <p:sp>
          <p:nvSpPr>
            <p:cNvPr id="25" name="TextBox 7">
              <a:extLst>
                <a:ext uri="{FF2B5EF4-FFF2-40B4-BE49-F238E27FC236}">
                  <a16:creationId xmlns:a16="http://schemas.microsoft.com/office/drawing/2014/main" id="{219319F0-C069-CDE9-CE70-643E5DC962BD}"/>
                </a:ext>
              </a:extLst>
            </p:cNvPr>
            <p:cNvSpPr txBox="1"/>
            <p:nvPr/>
          </p:nvSpPr>
          <p:spPr>
            <a:xfrm>
              <a:off x="0" y="-47625"/>
              <a:ext cx="2747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6" name="Group 8">
            <a:extLst>
              <a:ext uri="{FF2B5EF4-FFF2-40B4-BE49-F238E27FC236}">
                <a16:creationId xmlns:a16="http://schemas.microsoft.com/office/drawing/2014/main" id="{534E097C-05F7-8377-5228-621571640F45}"/>
              </a:ext>
            </a:extLst>
          </p:cNvPr>
          <p:cNvGrpSpPr/>
          <p:nvPr/>
        </p:nvGrpSpPr>
        <p:grpSpPr>
          <a:xfrm>
            <a:off x="944815" y="848884"/>
            <a:ext cx="7358454" cy="2313416"/>
            <a:chOff x="0" y="-47625"/>
            <a:chExt cx="2747400" cy="860425"/>
          </a:xfrm>
        </p:grpSpPr>
        <p:sp>
          <p:nvSpPr>
            <p:cNvPr id="27" name="Freeform 9">
              <a:extLst>
                <a:ext uri="{FF2B5EF4-FFF2-40B4-BE49-F238E27FC236}">
                  <a16:creationId xmlns:a16="http://schemas.microsoft.com/office/drawing/2014/main" id="{5C392EC8-45D8-F180-6DBF-560B3C050CD1}"/>
                </a:ext>
              </a:extLst>
            </p:cNvPr>
            <p:cNvSpPr/>
            <p:nvPr/>
          </p:nvSpPr>
          <p:spPr>
            <a:xfrm>
              <a:off x="0" y="0"/>
              <a:ext cx="2702440" cy="812800"/>
            </a:xfrm>
            <a:custGeom>
              <a:avLst/>
              <a:gdLst/>
              <a:ahLst/>
              <a:cxnLst/>
              <a:rect l="l" t="t" r="r" b="b"/>
              <a:pathLst>
                <a:path w="2747400" h="812800">
                  <a:moveTo>
                    <a:pt x="2747400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2747400" y="624840"/>
                  </a:lnTo>
                  <a:lnTo>
                    <a:pt x="27474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56C3D0"/>
              </a:solidFill>
              <a:prstDash val="solid"/>
              <a:miter/>
            </a:ln>
          </p:spPr>
        </p:sp>
        <p:sp>
          <p:nvSpPr>
            <p:cNvPr id="28" name="TextBox 10">
              <a:extLst>
                <a:ext uri="{FF2B5EF4-FFF2-40B4-BE49-F238E27FC236}">
                  <a16:creationId xmlns:a16="http://schemas.microsoft.com/office/drawing/2014/main" id="{6D422504-CA3A-4736-4FED-2BB9B59D6236}"/>
                </a:ext>
              </a:extLst>
            </p:cNvPr>
            <p:cNvSpPr txBox="1"/>
            <p:nvPr/>
          </p:nvSpPr>
          <p:spPr>
            <a:xfrm>
              <a:off x="0" y="-47625"/>
              <a:ext cx="2747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9" name="TextBox 21">
            <a:extLst>
              <a:ext uri="{FF2B5EF4-FFF2-40B4-BE49-F238E27FC236}">
                <a16:creationId xmlns:a16="http://schemas.microsoft.com/office/drawing/2014/main" id="{D0CA0993-2B2D-E626-8B3A-63553A77871F}"/>
              </a:ext>
            </a:extLst>
          </p:cNvPr>
          <p:cNvSpPr txBox="1"/>
          <p:nvPr/>
        </p:nvSpPr>
        <p:spPr>
          <a:xfrm>
            <a:off x="922562" y="1453100"/>
            <a:ext cx="6988336" cy="7571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917"/>
              </a:lnSpc>
            </a:pPr>
            <a:r>
              <a:rPr lang="en-US" sz="4930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SEQUENCE DIAGRAM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0F1CD3F2-9535-A340-4745-0D84766AFE9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2200" y="3253917"/>
            <a:ext cx="8382000" cy="5978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365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2" presetClass="exit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3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2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4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47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2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5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29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680067" y="4897467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H="1" flipV="1">
            <a:off x="14607933" y="-1261755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4757022" y="6029979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1" name="Freeform 11"/>
          <p:cNvSpPr/>
          <p:nvPr/>
        </p:nvSpPr>
        <p:spPr>
          <a:xfrm flipH="1" flipV="1">
            <a:off x="-3530978" y="-2407245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4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 dirty="0"/>
          </a:p>
        </p:txBody>
      </p:sp>
      <p:grpSp>
        <p:nvGrpSpPr>
          <p:cNvPr id="23" name="Group 5">
            <a:extLst>
              <a:ext uri="{FF2B5EF4-FFF2-40B4-BE49-F238E27FC236}">
                <a16:creationId xmlns:a16="http://schemas.microsoft.com/office/drawing/2014/main" id="{DE2C795A-D5D7-7B61-E74E-B9176BF63D6C}"/>
              </a:ext>
            </a:extLst>
          </p:cNvPr>
          <p:cNvGrpSpPr/>
          <p:nvPr/>
        </p:nvGrpSpPr>
        <p:grpSpPr>
          <a:xfrm>
            <a:off x="4966916" y="316694"/>
            <a:ext cx="7238034" cy="2015503"/>
            <a:chOff x="0" y="0"/>
            <a:chExt cx="2747400" cy="812800"/>
          </a:xfrm>
        </p:grpSpPr>
        <p:sp>
          <p:nvSpPr>
            <p:cNvPr id="24" name="Freeform 6">
              <a:extLst>
                <a:ext uri="{FF2B5EF4-FFF2-40B4-BE49-F238E27FC236}">
                  <a16:creationId xmlns:a16="http://schemas.microsoft.com/office/drawing/2014/main" id="{58D80A1E-4569-0E67-A24A-EADCF517E42C}"/>
                </a:ext>
              </a:extLst>
            </p:cNvPr>
            <p:cNvSpPr/>
            <p:nvPr/>
          </p:nvSpPr>
          <p:spPr>
            <a:xfrm>
              <a:off x="0" y="0"/>
              <a:ext cx="2747400" cy="812800"/>
            </a:xfrm>
            <a:custGeom>
              <a:avLst/>
              <a:gdLst/>
              <a:ahLst/>
              <a:cxnLst/>
              <a:rect l="l" t="t" r="r" b="b"/>
              <a:pathLst>
                <a:path w="2747400" h="812800">
                  <a:moveTo>
                    <a:pt x="2747400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2747400" y="624840"/>
                  </a:lnTo>
                  <a:lnTo>
                    <a:pt x="2747400" y="0"/>
                  </a:lnTo>
                  <a:close/>
                </a:path>
              </a:pathLst>
            </a:custGeom>
            <a:solidFill>
              <a:srgbClr val="9BDAE9"/>
            </a:solidFill>
            <a:ln cap="sq">
              <a:noFill/>
              <a:prstDash val="solid"/>
              <a:miter/>
            </a:ln>
          </p:spPr>
        </p:sp>
        <p:sp>
          <p:nvSpPr>
            <p:cNvPr id="25" name="TextBox 7">
              <a:extLst>
                <a:ext uri="{FF2B5EF4-FFF2-40B4-BE49-F238E27FC236}">
                  <a16:creationId xmlns:a16="http://schemas.microsoft.com/office/drawing/2014/main" id="{C59C7FD3-C4F8-9379-9F55-07162243EA5A}"/>
                </a:ext>
              </a:extLst>
            </p:cNvPr>
            <p:cNvSpPr txBox="1"/>
            <p:nvPr/>
          </p:nvSpPr>
          <p:spPr>
            <a:xfrm>
              <a:off x="0" y="-47625"/>
              <a:ext cx="2747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6" name="Group 8">
            <a:extLst>
              <a:ext uri="{FF2B5EF4-FFF2-40B4-BE49-F238E27FC236}">
                <a16:creationId xmlns:a16="http://schemas.microsoft.com/office/drawing/2014/main" id="{82584F9F-27FD-A345-3071-54BB1A1CB003}"/>
              </a:ext>
            </a:extLst>
          </p:cNvPr>
          <p:cNvGrpSpPr/>
          <p:nvPr/>
        </p:nvGrpSpPr>
        <p:grpSpPr>
          <a:xfrm>
            <a:off x="5105400" y="342900"/>
            <a:ext cx="7358454" cy="2133600"/>
            <a:chOff x="0" y="-47625"/>
            <a:chExt cx="2747400" cy="860425"/>
          </a:xfrm>
        </p:grpSpPr>
        <p:sp>
          <p:nvSpPr>
            <p:cNvPr id="27" name="Freeform 9">
              <a:extLst>
                <a:ext uri="{FF2B5EF4-FFF2-40B4-BE49-F238E27FC236}">
                  <a16:creationId xmlns:a16="http://schemas.microsoft.com/office/drawing/2014/main" id="{EDC164E2-15AD-3E8D-2096-AF58EA966131}"/>
                </a:ext>
              </a:extLst>
            </p:cNvPr>
            <p:cNvSpPr/>
            <p:nvPr/>
          </p:nvSpPr>
          <p:spPr>
            <a:xfrm>
              <a:off x="0" y="0"/>
              <a:ext cx="2702440" cy="812800"/>
            </a:xfrm>
            <a:custGeom>
              <a:avLst/>
              <a:gdLst/>
              <a:ahLst/>
              <a:cxnLst/>
              <a:rect l="l" t="t" r="r" b="b"/>
              <a:pathLst>
                <a:path w="2747400" h="812800">
                  <a:moveTo>
                    <a:pt x="2747400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2747400" y="624840"/>
                  </a:lnTo>
                  <a:lnTo>
                    <a:pt x="27474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56C3D0"/>
              </a:solidFill>
              <a:prstDash val="solid"/>
              <a:miter/>
            </a:ln>
          </p:spPr>
        </p:sp>
        <p:sp>
          <p:nvSpPr>
            <p:cNvPr id="28" name="TextBox 10">
              <a:extLst>
                <a:ext uri="{FF2B5EF4-FFF2-40B4-BE49-F238E27FC236}">
                  <a16:creationId xmlns:a16="http://schemas.microsoft.com/office/drawing/2014/main" id="{3EADD58C-78A7-290C-ADA0-C991031EAE30}"/>
                </a:ext>
              </a:extLst>
            </p:cNvPr>
            <p:cNvSpPr txBox="1"/>
            <p:nvPr/>
          </p:nvSpPr>
          <p:spPr>
            <a:xfrm>
              <a:off x="0" y="-47625"/>
              <a:ext cx="2747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9" name="TextBox 21">
            <a:extLst>
              <a:ext uri="{FF2B5EF4-FFF2-40B4-BE49-F238E27FC236}">
                <a16:creationId xmlns:a16="http://schemas.microsoft.com/office/drawing/2014/main" id="{BCCCC4AB-6BB4-3037-1021-1BE2CE87FFA1}"/>
              </a:ext>
            </a:extLst>
          </p:cNvPr>
          <p:cNvSpPr txBox="1"/>
          <p:nvPr/>
        </p:nvSpPr>
        <p:spPr>
          <a:xfrm>
            <a:off x="5083147" y="947116"/>
            <a:ext cx="6988336" cy="7571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917"/>
              </a:lnSpc>
            </a:pPr>
            <a:r>
              <a:rPr lang="en-US" sz="4930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Home Page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EEC1E27F-1B4A-1BB8-6FC2-233E90E188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8137" y="2643355"/>
            <a:ext cx="11184688" cy="566261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7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xit" presetSubtype="2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2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22" presetClass="exit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4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2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47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29" grpId="0"/>
      <p:bldP spid="29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351BCDC-1265-E320-C679-049C5C74A2C3}"/>
              </a:ext>
            </a:extLst>
          </p:cNvPr>
          <p:cNvSpPr/>
          <p:nvPr/>
        </p:nvSpPr>
        <p:spPr>
          <a:xfrm flipH="1" flipV="1">
            <a:off x="13082137" y="-495020"/>
            <a:ext cx="9287959" cy="8409825"/>
          </a:xfrm>
          <a:custGeom>
            <a:avLst/>
            <a:gdLst/>
            <a:ahLst/>
            <a:cxnLst/>
            <a:rect l="l" t="t" r="r" b="b"/>
            <a:pathLst>
              <a:path w="9287959" h="8409825">
                <a:moveTo>
                  <a:pt x="9287960" y="8409824"/>
                </a:moveTo>
                <a:lnTo>
                  <a:pt x="0" y="8409824"/>
                </a:lnTo>
                <a:lnTo>
                  <a:pt x="0" y="0"/>
                </a:lnTo>
                <a:lnTo>
                  <a:pt x="9287960" y="0"/>
                </a:lnTo>
                <a:lnTo>
                  <a:pt x="9287960" y="840982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72060FA3-214C-6EA9-7D70-D1E5CECC5632}"/>
              </a:ext>
            </a:extLst>
          </p:cNvPr>
          <p:cNvSpPr/>
          <p:nvPr/>
        </p:nvSpPr>
        <p:spPr>
          <a:xfrm>
            <a:off x="14607933" y="8049787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7"/>
                </a:lnTo>
                <a:lnTo>
                  <a:pt x="0" y="66642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9EAC61C2-637E-B1BA-8EF0-07A6A068F215}"/>
              </a:ext>
            </a:extLst>
          </p:cNvPr>
          <p:cNvSpPr/>
          <p:nvPr/>
        </p:nvSpPr>
        <p:spPr>
          <a:xfrm flipH="1">
            <a:off x="8303269" y="8738243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3" y="0"/>
                </a:moveTo>
                <a:lnTo>
                  <a:pt x="0" y="0"/>
                </a:lnTo>
                <a:lnTo>
                  <a:pt x="0" y="6664266"/>
                </a:lnTo>
                <a:lnTo>
                  <a:pt x="7360133" y="6664266"/>
                </a:lnTo>
                <a:lnTo>
                  <a:pt x="736013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77EED34B-1518-9B1A-9E3E-C2853C4BEBF7}"/>
              </a:ext>
            </a:extLst>
          </p:cNvPr>
          <p:cNvGrpSpPr/>
          <p:nvPr/>
        </p:nvGrpSpPr>
        <p:grpSpPr>
          <a:xfrm>
            <a:off x="806331" y="522688"/>
            <a:ext cx="7238034" cy="1799556"/>
            <a:chOff x="0" y="0"/>
            <a:chExt cx="27474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60F81ACC-0CA3-F22A-0501-3B17D62A0428}"/>
                </a:ext>
              </a:extLst>
            </p:cNvPr>
            <p:cNvSpPr/>
            <p:nvPr/>
          </p:nvSpPr>
          <p:spPr>
            <a:xfrm>
              <a:off x="0" y="0"/>
              <a:ext cx="2747400" cy="812800"/>
            </a:xfrm>
            <a:custGeom>
              <a:avLst/>
              <a:gdLst/>
              <a:ahLst/>
              <a:cxnLst/>
              <a:rect l="l" t="t" r="r" b="b"/>
              <a:pathLst>
                <a:path w="2747400" h="812800">
                  <a:moveTo>
                    <a:pt x="2747400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2747400" y="624840"/>
                  </a:lnTo>
                  <a:lnTo>
                    <a:pt x="2747400" y="0"/>
                  </a:lnTo>
                  <a:close/>
                </a:path>
              </a:pathLst>
            </a:custGeom>
            <a:solidFill>
              <a:srgbClr val="9BDAE9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EE365BE5-2921-BA1E-CC5E-B6889ED247A3}"/>
                </a:ext>
              </a:extLst>
            </p:cNvPr>
            <p:cNvSpPr txBox="1"/>
            <p:nvPr/>
          </p:nvSpPr>
          <p:spPr>
            <a:xfrm>
              <a:off x="0" y="-47625"/>
              <a:ext cx="2747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07EA4599-E320-0054-4087-BBDDA5D5448B}"/>
              </a:ext>
            </a:extLst>
          </p:cNvPr>
          <p:cNvGrpSpPr/>
          <p:nvPr/>
        </p:nvGrpSpPr>
        <p:grpSpPr>
          <a:xfrm>
            <a:off x="944815" y="571500"/>
            <a:ext cx="7358454" cy="1905000"/>
            <a:chOff x="0" y="-47625"/>
            <a:chExt cx="2747400" cy="860425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3CAE28E2-52ED-8D35-1280-25B2363E1FFE}"/>
                </a:ext>
              </a:extLst>
            </p:cNvPr>
            <p:cNvSpPr/>
            <p:nvPr/>
          </p:nvSpPr>
          <p:spPr>
            <a:xfrm>
              <a:off x="0" y="0"/>
              <a:ext cx="2702440" cy="812800"/>
            </a:xfrm>
            <a:custGeom>
              <a:avLst/>
              <a:gdLst/>
              <a:ahLst/>
              <a:cxnLst/>
              <a:rect l="l" t="t" r="r" b="b"/>
              <a:pathLst>
                <a:path w="2747400" h="812800">
                  <a:moveTo>
                    <a:pt x="2747400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2747400" y="624840"/>
                  </a:lnTo>
                  <a:lnTo>
                    <a:pt x="27474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56C3D0"/>
              </a:solidFill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E0E73593-F3EF-6BC2-267B-EF65718D843D}"/>
                </a:ext>
              </a:extLst>
            </p:cNvPr>
            <p:cNvSpPr txBox="1"/>
            <p:nvPr/>
          </p:nvSpPr>
          <p:spPr>
            <a:xfrm>
              <a:off x="0" y="-47625"/>
              <a:ext cx="2747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TextBox 21">
            <a:extLst>
              <a:ext uri="{FF2B5EF4-FFF2-40B4-BE49-F238E27FC236}">
                <a16:creationId xmlns:a16="http://schemas.microsoft.com/office/drawing/2014/main" id="{BFECABD0-D170-43B3-ACE6-6759E732B7D6}"/>
              </a:ext>
            </a:extLst>
          </p:cNvPr>
          <p:cNvSpPr txBox="1"/>
          <p:nvPr/>
        </p:nvSpPr>
        <p:spPr>
          <a:xfrm>
            <a:off x="922562" y="767300"/>
            <a:ext cx="6988336" cy="7571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917"/>
              </a:lnSpc>
            </a:pPr>
            <a:r>
              <a:rPr lang="en-US" sz="4930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Login &amp; Registration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86E3D6C-BC19-E792-DDBD-CF887D01DDE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6656" t="4770" r="3315" b="6776"/>
          <a:stretch>
            <a:fillRect/>
          </a:stretch>
        </p:blipFill>
        <p:spPr>
          <a:xfrm>
            <a:off x="7071414" y="3141781"/>
            <a:ext cx="4999165" cy="559646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E0CF619-189D-8CC1-30D3-30DD0B06874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5488" t="3607" r="1832" b="6505"/>
          <a:stretch>
            <a:fillRect/>
          </a:stretch>
        </p:blipFill>
        <p:spPr>
          <a:xfrm>
            <a:off x="957994" y="3169752"/>
            <a:ext cx="5290406" cy="556849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20133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3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22" presetClass="exit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4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2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4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47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2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2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1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1701061-BE3B-D13E-DD1C-C649E9E94299}"/>
              </a:ext>
            </a:extLst>
          </p:cNvPr>
          <p:cNvSpPr/>
          <p:nvPr/>
        </p:nvSpPr>
        <p:spPr>
          <a:xfrm flipH="1" flipV="1">
            <a:off x="13082137" y="-495020"/>
            <a:ext cx="9287959" cy="8409825"/>
          </a:xfrm>
          <a:custGeom>
            <a:avLst/>
            <a:gdLst/>
            <a:ahLst/>
            <a:cxnLst/>
            <a:rect l="l" t="t" r="r" b="b"/>
            <a:pathLst>
              <a:path w="9287959" h="8409825">
                <a:moveTo>
                  <a:pt x="9287960" y="8409824"/>
                </a:moveTo>
                <a:lnTo>
                  <a:pt x="0" y="8409824"/>
                </a:lnTo>
                <a:lnTo>
                  <a:pt x="0" y="0"/>
                </a:lnTo>
                <a:lnTo>
                  <a:pt x="9287960" y="0"/>
                </a:lnTo>
                <a:lnTo>
                  <a:pt x="9287960" y="840982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EAF6A078-3C3F-217A-9AC2-0924314AB61E}"/>
              </a:ext>
            </a:extLst>
          </p:cNvPr>
          <p:cNvSpPr/>
          <p:nvPr/>
        </p:nvSpPr>
        <p:spPr>
          <a:xfrm>
            <a:off x="14607933" y="8049787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7"/>
                </a:lnTo>
                <a:lnTo>
                  <a:pt x="0" y="66642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D244F86A-22F8-0AA4-1BE4-8D74253AEE49}"/>
              </a:ext>
            </a:extLst>
          </p:cNvPr>
          <p:cNvSpPr/>
          <p:nvPr/>
        </p:nvSpPr>
        <p:spPr>
          <a:xfrm flipH="1">
            <a:off x="8303269" y="8738243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3" y="0"/>
                </a:moveTo>
                <a:lnTo>
                  <a:pt x="0" y="0"/>
                </a:lnTo>
                <a:lnTo>
                  <a:pt x="0" y="6664266"/>
                </a:lnTo>
                <a:lnTo>
                  <a:pt x="7360133" y="6664266"/>
                </a:lnTo>
                <a:lnTo>
                  <a:pt x="736013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C866766E-4478-CD9A-3EAB-5B64C205079D}"/>
              </a:ext>
            </a:extLst>
          </p:cNvPr>
          <p:cNvGrpSpPr/>
          <p:nvPr/>
        </p:nvGrpSpPr>
        <p:grpSpPr>
          <a:xfrm>
            <a:off x="806331" y="522688"/>
            <a:ext cx="7238034" cy="1799556"/>
            <a:chOff x="0" y="0"/>
            <a:chExt cx="27474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B405D667-EE0A-FF14-A185-831D99DEA467}"/>
                </a:ext>
              </a:extLst>
            </p:cNvPr>
            <p:cNvSpPr/>
            <p:nvPr/>
          </p:nvSpPr>
          <p:spPr>
            <a:xfrm>
              <a:off x="0" y="0"/>
              <a:ext cx="2747400" cy="812800"/>
            </a:xfrm>
            <a:custGeom>
              <a:avLst/>
              <a:gdLst/>
              <a:ahLst/>
              <a:cxnLst/>
              <a:rect l="l" t="t" r="r" b="b"/>
              <a:pathLst>
                <a:path w="2747400" h="812800">
                  <a:moveTo>
                    <a:pt x="2747400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2747400" y="624840"/>
                  </a:lnTo>
                  <a:lnTo>
                    <a:pt x="2747400" y="0"/>
                  </a:lnTo>
                  <a:close/>
                </a:path>
              </a:pathLst>
            </a:custGeom>
            <a:solidFill>
              <a:srgbClr val="9BDAE9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7C798E51-0A42-6287-3A1E-054822F859C3}"/>
                </a:ext>
              </a:extLst>
            </p:cNvPr>
            <p:cNvSpPr txBox="1"/>
            <p:nvPr/>
          </p:nvSpPr>
          <p:spPr>
            <a:xfrm>
              <a:off x="0" y="-47625"/>
              <a:ext cx="2747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563B848F-4BCB-23D0-5E25-48DB073311F0}"/>
              </a:ext>
            </a:extLst>
          </p:cNvPr>
          <p:cNvGrpSpPr/>
          <p:nvPr/>
        </p:nvGrpSpPr>
        <p:grpSpPr>
          <a:xfrm>
            <a:off x="944815" y="571500"/>
            <a:ext cx="7358454" cy="1905000"/>
            <a:chOff x="0" y="-47625"/>
            <a:chExt cx="2747400" cy="860425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E0FE355D-4F89-06A1-958A-035EBA4362B0}"/>
                </a:ext>
              </a:extLst>
            </p:cNvPr>
            <p:cNvSpPr/>
            <p:nvPr/>
          </p:nvSpPr>
          <p:spPr>
            <a:xfrm>
              <a:off x="0" y="0"/>
              <a:ext cx="2702440" cy="812800"/>
            </a:xfrm>
            <a:custGeom>
              <a:avLst/>
              <a:gdLst/>
              <a:ahLst/>
              <a:cxnLst/>
              <a:rect l="l" t="t" r="r" b="b"/>
              <a:pathLst>
                <a:path w="2747400" h="812800">
                  <a:moveTo>
                    <a:pt x="2747400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2747400" y="624840"/>
                  </a:lnTo>
                  <a:lnTo>
                    <a:pt x="27474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56C3D0"/>
              </a:solidFill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768B706E-D5F7-2948-8BD6-1CE6E9F4E5B7}"/>
                </a:ext>
              </a:extLst>
            </p:cNvPr>
            <p:cNvSpPr txBox="1"/>
            <p:nvPr/>
          </p:nvSpPr>
          <p:spPr>
            <a:xfrm>
              <a:off x="0" y="-47625"/>
              <a:ext cx="2747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TextBox 21">
            <a:extLst>
              <a:ext uri="{FF2B5EF4-FFF2-40B4-BE49-F238E27FC236}">
                <a16:creationId xmlns:a16="http://schemas.microsoft.com/office/drawing/2014/main" id="{DE97CDC5-999B-5D5E-2163-EC20E03B5583}"/>
              </a:ext>
            </a:extLst>
          </p:cNvPr>
          <p:cNvSpPr txBox="1"/>
          <p:nvPr/>
        </p:nvSpPr>
        <p:spPr>
          <a:xfrm>
            <a:off x="922562" y="767300"/>
            <a:ext cx="6988336" cy="7571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917"/>
              </a:lnSpc>
            </a:pPr>
            <a:r>
              <a:rPr lang="en-US" sz="4930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Dashboard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0A6CD1F-84AE-0822-8B04-C982D6F640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200" y="2878167"/>
            <a:ext cx="11659329" cy="591168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20662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3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2" presetClass="exit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2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4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47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2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1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680067" y="4897467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4607933" y="-1261755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757022" y="6029979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 flipH="1" flipV="1">
            <a:off x="-3530978" y="-2407245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4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TextBox 6"/>
          <p:cNvSpPr txBox="1"/>
          <p:nvPr/>
        </p:nvSpPr>
        <p:spPr>
          <a:xfrm>
            <a:off x="4669363" y="7438498"/>
            <a:ext cx="10087659" cy="1692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75648" lvl="1" indent="-337824" algn="l">
              <a:lnSpc>
                <a:spcPts val="4381"/>
              </a:lnSpc>
              <a:buFont typeface="Arial"/>
              <a:buChar char="•"/>
            </a:pPr>
            <a:r>
              <a:rPr lang="en-US" sz="3129" dirty="0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Requires a stable internet connection.</a:t>
            </a:r>
          </a:p>
          <a:p>
            <a:pPr marL="675648" lvl="1" indent="-337824" algn="l">
              <a:lnSpc>
                <a:spcPts val="4381"/>
              </a:lnSpc>
              <a:buFont typeface="Arial"/>
              <a:buChar char="•"/>
            </a:pPr>
            <a:r>
              <a:rPr lang="en-US" sz="3129" dirty="0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Security risks if encryption is not properly implemented.</a:t>
            </a:r>
          </a:p>
          <a:p>
            <a:pPr marL="675648" lvl="1" indent="-337824" algn="l">
              <a:lnSpc>
                <a:spcPts val="4381"/>
              </a:lnSpc>
              <a:buFont typeface="Arial"/>
              <a:buChar char="•"/>
            </a:pPr>
            <a:r>
              <a:rPr lang="en-US" sz="3129" dirty="0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Upload and download speed depends on network quality.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5831979" y="5399580"/>
            <a:ext cx="6648030" cy="1460356"/>
            <a:chOff x="0" y="0"/>
            <a:chExt cx="27474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47400" cy="812800"/>
            </a:xfrm>
            <a:custGeom>
              <a:avLst/>
              <a:gdLst/>
              <a:ahLst/>
              <a:cxnLst/>
              <a:rect l="l" t="t" r="r" b="b"/>
              <a:pathLst>
                <a:path w="2747400" h="812800">
                  <a:moveTo>
                    <a:pt x="2747400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2747400" y="624840"/>
                  </a:lnTo>
                  <a:lnTo>
                    <a:pt x="2747400" y="0"/>
                  </a:lnTo>
                  <a:close/>
                </a:path>
              </a:pathLst>
            </a:custGeom>
            <a:solidFill>
              <a:srgbClr val="9BDAE9"/>
            </a:solidFill>
            <a:ln cap="sq">
              <a:noFill/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2747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974163" y="5541764"/>
            <a:ext cx="6648030" cy="1460356"/>
            <a:chOff x="0" y="-47625"/>
            <a:chExt cx="2747400" cy="86042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747400" cy="812800"/>
            </a:xfrm>
            <a:custGeom>
              <a:avLst/>
              <a:gdLst/>
              <a:ahLst/>
              <a:cxnLst/>
              <a:rect l="l" t="t" r="r" b="b"/>
              <a:pathLst>
                <a:path w="2747400" h="812800">
                  <a:moveTo>
                    <a:pt x="2747400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2747400" y="624840"/>
                  </a:lnTo>
                  <a:lnTo>
                    <a:pt x="27474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56C3D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2747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5831979" y="5773959"/>
            <a:ext cx="7047862" cy="7571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917"/>
              </a:lnSpc>
            </a:pPr>
            <a:r>
              <a:rPr lang="en-US" sz="4930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DISADVANTAGES</a:t>
            </a:r>
          </a:p>
        </p:txBody>
      </p:sp>
      <p:sp>
        <p:nvSpPr>
          <p:cNvPr id="44" name="TextBox 14"/>
          <p:cNvSpPr txBox="1"/>
          <p:nvPr/>
        </p:nvSpPr>
        <p:spPr>
          <a:xfrm>
            <a:off x="4669364" y="2875295"/>
            <a:ext cx="10087658" cy="22570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ts val="4381"/>
              </a:lnSpc>
              <a:buFont typeface="Arial" panose="020B0604020202020204" pitchFamily="34" charset="0"/>
              <a:buChar char="•"/>
            </a:pPr>
            <a:r>
              <a:rPr lang="en-US" sz="3129" dirty="0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Access files anytime and from anywhere.</a:t>
            </a:r>
          </a:p>
          <a:p>
            <a:pPr marL="457200" indent="-457200">
              <a:lnSpc>
                <a:spcPts val="4381"/>
              </a:lnSpc>
              <a:buFont typeface="Arial" panose="020B0604020202020204" pitchFamily="34" charset="0"/>
              <a:buChar char="•"/>
            </a:pPr>
            <a:r>
              <a:rPr lang="en-US" sz="3129" dirty="0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Reduces the need for physical storage devices.</a:t>
            </a:r>
          </a:p>
          <a:p>
            <a:pPr marL="457200" indent="-457200">
              <a:lnSpc>
                <a:spcPts val="4381"/>
              </a:lnSpc>
              <a:buFont typeface="Arial" panose="020B0604020202020204" pitchFamily="34" charset="0"/>
              <a:buChar char="•"/>
            </a:pPr>
            <a:r>
              <a:rPr lang="en-US" sz="3129" dirty="0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Centralized and secure data storage.</a:t>
            </a:r>
          </a:p>
          <a:p>
            <a:pPr marL="457200" indent="-457200">
              <a:lnSpc>
                <a:spcPts val="4381"/>
              </a:lnSpc>
              <a:buFont typeface="Arial" panose="020B0604020202020204" pitchFamily="34" charset="0"/>
              <a:buChar char="•"/>
            </a:pPr>
            <a:r>
              <a:rPr lang="en-US" sz="3129" dirty="0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Scalable storage based on user requirement.</a:t>
            </a:r>
          </a:p>
        </p:txBody>
      </p:sp>
      <p:grpSp>
        <p:nvGrpSpPr>
          <p:cNvPr id="45" name="Group 16"/>
          <p:cNvGrpSpPr/>
          <p:nvPr/>
        </p:nvGrpSpPr>
        <p:grpSpPr>
          <a:xfrm>
            <a:off x="5882021" y="817605"/>
            <a:ext cx="5994124" cy="1773322"/>
            <a:chOff x="0" y="0"/>
            <a:chExt cx="2747400" cy="812800"/>
          </a:xfrm>
        </p:grpSpPr>
        <p:sp>
          <p:nvSpPr>
            <p:cNvPr id="46" name="Freeform 17"/>
            <p:cNvSpPr/>
            <p:nvPr/>
          </p:nvSpPr>
          <p:spPr>
            <a:xfrm>
              <a:off x="0" y="0"/>
              <a:ext cx="2747400" cy="812800"/>
            </a:xfrm>
            <a:custGeom>
              <a:avLst/>
              <a:gdLst/>
              <a:ahLst/>
              <a:cxnLst/>
              <a:rect l="l" t="t" r="r" b="b"/>
              <a:pathLst>
                <a:path w="2747400" h="812800">
                  <a:moveTo>
                    <a:pt x="2747400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2747400" y="624840"/>
                  </a:lnTo>
                  <a:lnTo>
                    <a:pt x="2747400" y="0"/>
                  </a:lnTo>
                  <a:close/>
                </a:path>
              </a:pathLst>
            </a:custGeom>
            <a:solidFill>
              <a:srgbClr val="9BDAE9"/>
            </a:solidFill>
            <a:ln cap="sq">
              <a:noFill/>
              <a:prstDash val="solid"/>
              <a:miter/>
            </a:ln>
          </p:spPr>
        </p:sp>
        <p:sp>
          <p:nvSpPr>
            <p:cNvPr id="47" name="TextBox 18"/>
            <p:cNvSpPr txBox="1"/>
            <p:nvPr/>
          </p:nvSpPr>
          <p:spPr>
            <a:xfrm>
              <a:off x="0" y="-47625"/>
              <a:ext cx="2747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48" name="Group 19"/>
          <p:cNvGrpSpPr/>
          <p:nvPr/>
        </p:nvGrpSpPr>
        <p:grpSpPr>
          <a:xfrm>
            <a:off x="6024205" y="959789"/>
            <a:ext cx="5994124" cy="1773322"/>
            <a:chOff x="0" y="0"/>
            <a:chExt cx="2747400" cy="812800"/>
          </a:xfrm>
        </p:grpSpPr>
        <p:sp>
          <p:nvSpPr>
            <p:cNvPr id="49" name="Freeform 20"/>
            <p:cNvSpPr/>
            <p:nvPr/>
          </p:nvSpPr>
          <p:spPr>
            <a:xfrm>
              <a:off x="0" y="0"/>
              <a:ext cx="2747400" cy="812800"/>
            </a:xfrm>
            <a:custGeom>
              <a:avLst/>
              <a:gdLst/>
              <a:ahLst/>
              <a:cxnLst/>
              <a:rect l="l" t="t" r="r" b="b"/>
              <a:pathLst>
                <a:path w="2747400" h="812800">
                  <a:moveTo>
                    <a:pt x="2747400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2747400" y="624840"/>
                  </a:lnTo>
                  <a:lnTo>
                    <a:pt x="27474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56C3D0"/>
              </a:solidFill>
              <a:prstDash val="solid"/>
              <a:miter/>
            </a:ln>
          </p:spPr>
        </p:sp>
        <p:sp>
          <p:nvSpPr>
            <p:cNvPr id="50" name="TextBox 21"/>
            <p:cNvSpPr txBox="1"/>
            <p:nvPr/>
          </p:nvSpPr>
          <p:spPr>
            <a:xfrm>
              <a:off x="0" y="-47625"/>
              <a:ext cx="2747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1" name="TextBox 22"/>
          <p:cNvSpPr txBox="1"/>
          <p:nvPr/>
        </p:nvSpPr>
        <p:spPr>
          <a:xfrm>
            <a:off x="5990581" y="1329967"/>
            <a:ext cx="6027748" cy="757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17"/>
              </a:lnSpc>
            </a:pPr>
            <a:r>
              <a:rPr lang="en-US" sz="4930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ADVANTAGES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7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xit" presetSubtype="2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2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22" presetClass="exit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2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47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47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47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47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47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2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47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7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13" grpId="0"/>
      <p:bldP spid="13" grpId="1"/>
      <p:bldP spid="44" grpId="0"/>
      <p:bldP spid="44" grpId="1"/>
      <p:bldP spid="51" grpId="0"/>
      <p:bldP spid="51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13082137" y="-495020"/>
            <a:ext cx="9287959" cy="8409825"/>
          </a:xfrm>
          <a:custGeom>
            <a:avLst/>
            <a:gdLst/>
            <a:ahLst/>
            <a:cxnLst/>
            <a:rect l="l" t="t" r="r" b="b"/>
            <a:pathLst>
              <a:path w="9287959" h="8409825">
                <a:moveTo>
                  <a:pt x="9287960" y="8409824"/>
                </a:moveTo>
                <a:lnTo>
                  <a:pt x="0" y="8409824"/>
                </a:lnTo>
                <a:lnTo>
                  <a:pt x="0" y="0"/>
                </a:lnTo>
                <a:lnTo>
                  <a:pt x="9287960" y="0"/>
                </a:lnTo>
                <a:lnTo>
                  <a:pt x="9287960" y="840982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607933" y="8049787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7"/>
                </a:lnTo>
                <a:lnTo>
                  <a:pt x="0" y="66642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 flipH="1">
            <a:off x="8303269" y="8738243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3" y="0"/>
                </a:moveTo>
                <a:lnTo>
                  <a:pt x="0" y="0"/>
                </a:lnTo>
                <a:lnTo>
                  <a:pt x="0" y="6664266"/>
                </a:lnTo>
                <a:lnTo>
                  <a:pt x="7360133" y="6664266"/>
                </a:lnTo>
                <a:lnTo>
                  <a:pt x="736013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TextBox 5"/>
          <p:cNvSpPr txBox="1"/>
          <p:nvPr/>
        </p:nvSpPr>
        <p:spPr>
          <a:xfrm>
            <a:off x="1311367" y="4363296"/>
            <a:ext cx="10964915" cy="1692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75648" lvl="1" indent="-337824" algn="l">
              <a:lnSpc>
                <a:spcPts val="4381"/>
              </a:lnSpc>
              <a:buFont typeface="Arial"/>
              <a:buChar char="•"/>
            </a:pPr>
            <a:r>
              <a:rPr lang="en-US" sz="3129" dirty="0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Limited storage capacity based on allocated quota.</a:t>
            </a:r>
          </a:p>
          <a:p>
            <a:pPr marL="675648" lvl="1" indent="-337824" algn="l">
              <a:lnSpc>
                <a:spcPts val="4381"/>
              </a:lnSpc>
              <a:buFont typeface="Arial"/>
              <a:buChar char="•"/>
            </a:pPr>
            <a:r>
              <a:rPr lang="en-US" sz="3129" dirty="0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No or limited offline access to files.</a:t>
            </a:r>
          </a:p>
          <a:p>
            <a:pPr marL="675648" lvl="1" indent="-337824" algn="l">
              <a:lnSpc>
                <a:spcPts val="4381"/>
              </a:lnSpc>
              <a:buFont typeface="Arial"/>
              <a:buChar char="•"/>
            </a:pPr>
            <a:r>
              <a:rPr lang="en-US" sz="3129" dirty="0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Performance may reduce with large file sizes or heavy traffic.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202807" y="1621421"/>
            <a:ext cx="5994124" cy="1773322"/>
            <a:chOff x="0" y="0"/>
            <a:chExt cx="27474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747400" cy="812800"/>
            </a:xfrm>
            <a:custGeom>
              <a:avLst/>
              <a:gdLst/>
              <a:ahLst/>
              <a:cxnLst/>
              <a:rect l="l" t="t" r="r" b="b"/>
              <a:pathLst>
                <a:path w="2747400" h="812800">
                  <a:moveTo>
                    <a:pt x="2747400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2747400" y="624840"/>
                  </a:lnTo>
                  <a:lnTo>
                    <a:pt x="2747400" y="0"/>
                  </a:lnTo>
                  <a:close/>
                </a:path>
              </a:pathLst>
            </a:custGeom>
            <a:solidFill>
              <a:srgbClr val="9BDAE9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2747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344991" y="1763605"/>
            <a:ext cx="5994124" cy="1773322"/>
            <a:chOff x="0" y="0"/>
            <a:chExt cx="27474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747400" cy="812800"/>
            </a:xfrm>
            <a:custGeom>
              <a:avLst/>
              <a:gdLst/>
              <a:ahLst/>
              <a:cxnLst/>
              <a:rect l="l" t="t" r="r" b="b"/>
              <a:pathLst>
                <a:path w="2747400" h="812800">
                  <a:moveTo>
                    <a:pt x="2747400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2747400" y="624840"/>
                  </a:lnTo>
                  <a:lnTo>
                    <a:pt x="27474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56C3D0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2747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311367" y="2133783"/>
            <a:ext cx="6027748" cy="757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17"/>
              </a:lnSpc>
            </a:pPr>
            <a:r>
              <a:rPr lang="en-US" sz="4930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LIMITATIONS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22" presetClass="exit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2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4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47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47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47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12" grpId="0"/>
      <p:bldP spid="12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-3680067" y="4897467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H="1" flipV="1">
            <a:off x="14607933" y="-1261755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4757022" y="6029979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1" name="Freeform 11"/>
          <p:cNvSpPr/>
          <p:nvPr/>
        </p:nvSpPr>
        <p:spPr>
          <a:xfrm flipH="1" flipV="1">
            <a:off x="-3530978" y="-2407245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4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16" name="Group 16"/>
          <p:cNvGrpSpPr/>
          <p:nvPr/>
        </p:nvGrpSpPr>
        <p:grpSpPr>
          <a:xfrm>
            <a:off x="6021566" y="1558017"/>
            <a:ext cx="5994124" cy="1773322"/>
            <a:chOff x="0" y="0"/>
            <a:chExt cx="27474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747400" cy="812800"/>
            </a:xfrm>
            <a:custGeom>
              <a:avLst/>
              <a:gdLst/>
              <a:ahLst/>
              <a:cxnLst/>
              <a:rect l="l" t="t" r="r" b="b"/>
              <a:pathLst>
                <a:path w="2747400" h="812800">
                  <a:moveTo>
                    <a:pt x="2747400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2747400" y="624840"/>
                  </a:lnTo>
                  <a:lnTo>
                    <a:pt x="2747400" y="0"/>
                  </a:lnTo>
                  <a:close/>
                </a:path>
              </a:pathLst>
            </a:custGeom>
            <a:solidFill>
              <a:srgbClr val="9BDAE9"/>
            </a:solidFill>
            <a:ln cap="sq">
              <a:noFill/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2747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163750" y="1700201"/>
            <a:ext cx="5994124" cy="1773322"/>
            <a:chOff x="0" y="0"/>
            <a:chExt cx="27474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747400" cy="812800"/>
            </a:xfrm>
            <a:custGeom>
              <a:avLst/>
              <a:gdLst/>
              <a:ahLst/>
              <a:cxnLst/>
              <a:rect l="l" t="t" r="r" b="b"/>
              <a:pathLst>
                <a:path w="2747400" h="812800">
                  <a:moveTo>
                    <a:pt x="2747400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2747400" y="624840"/>
                  </a:lnTo>
                  <a:lnTo>
                    <a:pt x="27474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56C3D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2747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6130126" y="2070379"/>
            <a:ext cx="6027748" cy="757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17"/>
              </a:lnSpc>
            </a:pPr>
            <a:r>
              <a:rPr lang="en-US" sz="4930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CONCLUSION</a:t>
            </a:r>
          </a:p>
        </p:txBody>
      </p:sp>
      <p:grpSp>
        <p:nvGrpSpPr>
          <p:cNvPr id="31" name="Group 2">
            <a:extLst>
              <a:ext uri="{FF2B5EF4-FFF2-40B4-BE49-F238E27FC236}">
                <a16:creationId xmlns:a16="http://schemas.microsoft.com/office/drawing/2014/main" id="{91E0710E-F104-F877-56D5-CC2EA0556848}"/>
              </a:ext>
            </a:extLst>
          </p:cNvPr>
          <p:cNvGrpSpPr/>
          <p:nvPr/>
        </p:nvGrpSpPr>
        <p:grpSpPr>
          <a:xfrm>
            <a:off x="3547248" y="4257021"/>
            <a:ext cx="11342592" cy="5263546"/>
            <a:chOff x="0" y="0"/>
            <a:chExt cx="1396937" cy="1386284"/>
          </a:xfrm>
        </p:grpSpPr>
        <p:sp>
          <p:nvSpPr>
            <p:cNvPr id="32" name="Freeform 3">
              <a:extLst>
                <a:ext uri="{FF2B5EF4-FFF2-40B4-BE49-F238E27FC236}">
                  <a16:creationId xmlns:a16="http://schemas.microsoft.com/office/drawing/2014/main" id="{EDA426E1-BEB9-B47F-9639-591D45FAA6AD}"/>
                </a:ext>
              </a:extLst>
            </p:cNvPr>
            <p:cNvSpPr/>
            <p:nvPr/>
          </p:nvSpPr>
          <p:spPr>
            <a:xfrm>
              <a:off x="0" y="0"/>
              <a:ext cx="1396937" cy="1386284"/>
            </a:xfrm>
            <a:custGeom>
              <a:avLst/>
              <a:gdLst/>
              <a:ahLst/>
              <a:cxnLst/>
              <a:rect l="l" t="t" r="r" b="b"/>
              <a:pathLst>
                <a:path w="1396937" h="1386284">
                  <a:moveTo>
                    <a:pt x="0" y="0"/>
                  </a:moveTo>
                  <a:lnTo>
                    <a:pt x="1396937" y="0"/>
                  </a:lnTo>
                  <a:lnTo>
                    <a:pt x="1396937" y="1386284"/>
                  </a:lnTo>
                  <a:lnTo>
                    <a:pt x="0" y="13862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9BDAE9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id="33" name="TextBox 4">
              <a:extLst>
                <a:ext uri="{FF2B5EF4-FFF2-40B4-BE49-F238E27FC236}">
                  <a16:creationId xmlns:a16="http://schemas.microsoft.com/office/drawing/2014/main" id="{959D98FC-A843-5520-6380-4FB143189772}"/>
                </a:ext>
              </a:extLst>
            </p:cNvPr>
            <p:cNvSpPr txBox="1"/>
            <p:nvPr/>
          </p:nvSpPr>
          <p:spPr>
            <a:xfrm>
              <a:off x="0" y="-47625"/>
              <a:ext cx="1396937" cy="14339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4" name="TextBox 14">
            <a:extLst>
              <a:ext uri="{FF2B5EF4-FFF2-40B4-BE49-F238E27FC236}">
                <a16:creationId xmlns:a16="http://schemas.microsoft.com/office/drawing/2014/main" id="{36570B25-E309-AD04-51CE-E1298A0A7B1B}"/>
              </a:ext>
            </a:extLst>
          </p:cNvPr>
          <p:cNvSpPr txBox="1"/>
          <p:nvPr/>
        </p:nvSpPr>
        <p:spPr>
          <a:xfrm>
            <a:off x="3999146" y="4771666"/>
            <a:ext cx="10323332" cy="39497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ts val="4381"/>
              </a:lnSpc>
              <a:buFont typeface="Arial" panose="020B0604020202020204" pitchFamily="34" charset="0"/>
              <a:buChar char="•"/>
            </a:pPr>
            <a:r>
              <a:rPr lang="en-US" sz="3129" dirty="0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The Cloud Storage Application provides a secure and efficient solution for online file storage.</a:t>
            </a:r>
          </a:p>
          <a:p>
            <a:pPr marL="457200" indent="-457200">
              <a:lnSpc>
                <a:spcPts val="4381"/>
              </a:lnSpc>
              <a:buFont typeface="Arial" panose="020B0604020202020204" pitchFamily="34" charset="0"/>
              <a:buChar char="•"/>
            </a:pPr>
            <a:r>
              <a:rPr lang="en-US" sz="3129" dirty="0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It improves data accessibility, safety, and management.</a:t>
            </a:r>
          </a:p>
          <a:p>
            <a:pPr marL="457200" indent="-457200">
              <a:lnSpc>
                <a:spcPts val="4381"/>
              </a:lnSpc>
              <a:buFont typeface="Arial" panose="020B0604020202020204" pitchFamily="34" charset="0"/>
              <a:buChar char="•"/>
            </a:pPr>
            <a:r>
              <a:rPr lang="en-US" sz="3129" dirty="0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The project demonstrates the practical use of cloud computing concepts.</a:t>
            </a:r>
          </a:p>
          <a:p>
            <a:pPr marL="457200" indent="-457200">
              <a:lnSpc>
                <a:spcPts val="4381"/>
              </a:lnSpc>
              <a:buFont typeface="Arial" panose="020B0604020202020204" pitchFamily="34" charset="0"/>
              <a:buChar char="•"/>
            </a:pPr>
            <a:r>
              <a:rPr lang="en-US" sz="3129" dirty="0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Overall, the system is reliable, scalable, and suitable for real-world use.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xit" presetSubtype="2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2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4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22" presetClass="exit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5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2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5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47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47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7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47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2" grpId="1"/>
      <p:bldP spid="34" grpId="0"/>
      <p:bldP spid="34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680067" y="4897467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4607933" y="-1261755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757022" y="6029979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 flipH="1" flipV="1">
            <a:off x="-3530978" y="-2407245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4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TextBox 6"/>
          <p:cNvSpPr txBox="1"/>
          <p:nvPr/>
        </p:nvSpPr>
        <p:spPr>
          <a:xfrm>
            <a:off x="3940675" y="3701454"/>
            <a:ext cx="10406650" cy="2821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>
              <a:lnSpc>
                <a:spcPts val="4381"/>
              </a:lnSpc>
              <a:buFont typeface="Arial" panose="020B0604020202020204" pitchFamily="34" charset="0"/>
              <a:buChar char="•"/>
            </a:pPr>
            <a:r>
              <a:rPr lang="en-US" sz="3129" dirty="0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Integration of advanced encryption and security features.</a:t>
            </a:r>
          </a:p>
          <a:p>
            <a:pPr marL="457200" indent="-457200">
              <a:lnSpc>
                <a:spcPts val="4381"/>
              </a:lnSpc>
              <a:buFont typeface="Arial" panose="020B0604020202020204" pitchFamily="34" charset="0"/>
              <a:buChar char="•"/>
            </a:pPr>
            <a:r>
              <a:rPr lang="en-US" sz="3129" dirty="0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Mobile application Integration.</a:t>
            </a:r>
          </a:p>
          <a:p>
            <a:pPr marL="457200" indent="-457200">
              <a:lnSpc>
                <a:spcPts val="4381"/>
              </a:lnSpc>
              <a:buFont typeface="Arial" panose="020B0604020202020204" pitchFamily="34" charset="0"/>
              <a:buChar char="•"/>
            </a:pPr>
            <a:r>
              <a:rPr lang="en-US" sz="3129" dirty="0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Support for large-scale cloud infrastructure.</a:t>
            </a:r>
          </a:p>
          <a:p>
            <a:pPr marL="457200" indent="-457200">
              <a:lnSpc>
                <a:spcPts val="4381"/>
              </a:lnSpc>
              <a:buFont typeface="Arial" panose="020B0604020202020204" pitchFamily="34" charset="0"/>
              <a:buChar char="•"/>
            </a:pPr>
            <a:r>
              <a:rPr lang="en-US" sz="3129" dirty="0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AI-based storage optimization and analytics.</a:t>
            </a:r>
          </a:p>
          <a:p>
            <a:pPr marL="457200" indent="-457200">
              <a:lnSpc>
                <a:spcPts val="4381"/>
              </a:lnSpc>
              <a:buFont typeface="Arial" panose="020B0604020202020204" pitchFamily="34" charset="0"/>
              <a:buChar char="•"/>
            </a:pPr>
            <a:r>
              <a:rPr lang="en-US" sz="3129" dirty="0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Real-time file sharing and collaboration.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6021566" y="1558017"/>
            <a:ext cx="5994124" cy="1773322"/>
            <a:chOff x="0" y="0"/>
            <a:chExt cx="27474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47400" cy="812800"/>
            </a:xfrm>
            <a:custGeom>
              <a:avLst/>
              <a:gdLst/>
              <a:ahLst/>
              <a:cxnLst/>
              <a:rect l="l" t="t" r="r" b="b"/>
              <a:pathLst>
                <a:path w="2747400" h="812800">
                  <a:moveTo>
                    <a:pt x="2747400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2747400" y="624840"/>
                  </a:lnTo>
                  <a:lnTo>
                    <a:pt x="2747400" y="0"/>
                  </a:lnTo>
                  <a:close/>
                </a:path>
              </a:pathLst>
            </a:custGeom>
            <a:solidFill>
              <a:srgbClr val="9BDAE9"/>
            </a:solidFill>
            <a:ln cap="sq">
              <a:noFill/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2747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163750" y="1700201"/>
            <a:ext cx="5994124" cy="1773322"/>
            <a:chOff x="0" y="0"/>
            <a:chExt cx="27474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747400" cy="812800"/>
            </a:xfrm>
            <a:custGeom>
              <a:avLst/>
              <a:gdLst/>
              <a:ahLst/>
              <a:cxnLst/>
              <a:rect l="l" t="t" r="r" b="b"/>
              <a:pathLst>
                <a:path w="2747400" h="812800">
                  <a:moveTo>
                    <a:pt x="2747400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2747400" y="624840"/>
                  </a:lnTo>
                  <a:lnTo>
                    <a:pt x="27474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56C3D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2747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6130126" y="2070379"/>
            <a:ext cx="6027748" cy="757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17"/>
              </a:lnSpc>
            </a:pPr>
            <a:r>
              <a:rPr lang="en-US" sz="4930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FUTURE SCOPE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7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xit" presetSubtype="2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4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22" presetClass="exit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4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2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4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2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4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47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47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47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13" grpId="0"/>
      <p:bldP spid="13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680067" y="4897467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4607933" y="-1261755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757022" y="6029979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 flipH="1" flipV="1">
            <a:off x="-3530978" y="-2407245"/>
            <a:ext cx="7360133" cy="6664266"/>
          </a:xfrm>
          <a:custGeom>
            <a:avLst/>
            <a:gdLst/>
            <a:ahLst/>
            <a:cxnLst/>
            <a:rect l="l" t="t" r="r" b="b"/>
            <a:pathLst>
              <a:path w="7360133" h="6664266">
                <a:moveTo>
                  <a:pt x="7360134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TextBox 6"/>
          <p:cNvSpPr txBox="1"/>
          <p:nvPr/>
        </p:nvSpPr>
        <p:spPr>
          <a:xfrm>
            <a:off x="4751838" y="4153209"/>
            <a:ext cx="8784324" cy="12613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012"/>
              </a:lnSpc>
              <a:spcBef>
                <a:spcPct val="0"/>
              </a:spcBef>
            </a:pPr>
            <a:r>
              <a:rPr lang="en-US" sz="8344" b="1" u="none" strike="noStrike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 YOU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589181" y="5659577"/>
            <a:ext cx="5109638" cy="7408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799" dirty="0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By Sahil Gupta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041804" y="8775675"/>
            <a:ext cx="6204392" cy="4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26"/>
              </a:lnSpc>
            </a:pPr>
            <a:r>
              <a:rPr lang="en-US" sz="3105" dirty="0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T.Y. B.Sc.(C.S.)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7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7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9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291</TotalTime>
  <Words>342</Words>
  <Application>Microsoft Office PowerPoint</Application>
  <PresentationFormat>Custom</PresentationFormat>
  <Paragraphs>55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DG Jory</vt:lpstr>
      <vt:lpstr>League Spartan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Admin</dc:creator>
  <cp:lastModifiedBy>Sahil Gupta</cp:lastModifiedBy>
  <cp:revision>2</cp:revision>
  <dcterms:created xsi:type="dcterms:W3CDTF">2006-08-16T00:00:00Z</dcterms:created>
  <dcterms:modified xsi:type="dcterms:W3CDTF">2026-01-20T15:42:44Z</dcterms:modified>
  <dc:identifier>DAG-8hDltHA</dc:identifier>
</cp:coreProperties>
</file>